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9" r:id="rId2"/>
    <p:sldId id="260" r:id="rId3"/>
    <p:sldId id="261" r:id="rId4"/>
    <p:sldId id="262" r:id="rId5"/>
    <p:sldId id="264" r:id="rId6"/>
    <p:sldId id="263" r:id="rId7"/>
    <p:sldId id="265" r:id="rId8"/>
    <p:sldId id="269" r:id="rId9"/>
    <p:sldId id="267" r:id="rId10"/>
    <p:sldId id="268" r:id="rId11"/>
    <p:sldId id="270" r:id="rId12"/>
    <p:sldId id="266" r:id="rId13"/>
    <p:sldId id="271" r:id="rId14"/>
    <p:sldId id="272" r:id="rId15"/>
    <p:sldId id="273" r:id="rId16"/>
    <p:sldId id="276" r:id="rId17"/>
    <p:sldId id="275" r:id="rId18"/>
    <p:sldId id="277" r:id="rId19"/>
    <p:sldId id="278" r:id="rId20"/>
  </p:sldIdLst>
  <p:sldSz cx="18288000" cy="10287000"/>
  <p:notesSz cx="6858000" cy="9144000"/>
  <p:embeddedFontLst>
    <p:embeddedFont>
      <p:font typeface="Arvo" panose="020B0604020202020204" charset="0"/>
      <p:regular r:id="rId22"/>
    </p:embeddedFont>
    <p:embeddedFont>
      <p:font typeface="Arvo Italics" panose="020B0604020202020204" charset="0"/>
      <p:regular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Open Sans Bold" panose="020B0806030504020204" charset="0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AAAB7B-1A97-46D2-99A1-62F01F77EE97}" v="932" dt="2026-07-29T18:23:21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ja Mueller" userId="258f0390-be70-4e34-8cbb-1944e566f9a9" providerId="ADAL" clId="{603A3F2C-4C82-40B7-94EC-F2B13CE8D26F}"/>
    <pc:docChg chg="undo custSel addSld delSld modSld sldOrd">
      <pc:chgData name="Tanja Mueller" userId="258f0390-be70-4e34-8cbb-1944e566f9a9" providerId="ADAL" clId="{603A3F2C-4C82-40B7-94EC-F2B13CE8D26F}" dt="2026-07-29T18:27:20.260" v="7713" actId="2696"/>
      <pc:docMkLst>
        <pc:docMk/>
      </pc:docMkLst>
      <pc:sldChg chg="modSp mod">
        <pc:chgData name="Tanja Mueller" userId="258f0390-be70-4e34-8cbb-1944e566f9a9" providerId="ADAL" clId="{603A3F2C-4C82-40B7-94EC-F2B13CE8D26F}" dt="2026-07-29T15:10:45.600" v="306" actId="20577"/>
        <pc:sldMkLst>
          <pc:docMk/>
          <pc:sldMk cId="0" sldId="259"/>
        </pc:sldMkLst>
        <pc:spChg chg="mod">
          <ac:chgData name="Tanja Mueller" userId="258f0390-be70-4e34-8cbb-1944e566f9a9" providerId="ADAL" clId="{603A3F2C-4C82-40B7-94EC-F2B13CE8D26F}" dt="2026-07-29T15:10:45.600" v="306" actId="20577"/>
          <ac:spMkLst>
            <pc:docMk/>
            <pc:sldMk cId="0" sldId="259"/>
            <ac:spMk id="27" creationId="{00000000-0000-0000-0000-000000000000}"/>
          </ac:spMkLst>
        </pc:spChg>
      </pc:sldChg>
      <pc:sldChg chg="addSp delSp modSp mod modClrScheme chgLayout">
        <pc:chgData name="Tanja Mueller" userId="258f0390-be70-4e34-8cbb-1944e566f9a9" providerId="ADAL" clId="{603A3F2C-4C82-40B7-94EC-F2B13CE8D26F}" dt="2026-07-29T17:07:17.985" v="4568" actId="478"/>
        <pc:sldMkLst>
          <pc:docMk/>
          <pc:sldMk cId="0" sldId="260"/>
        </pc:sldMkLst>
        <pc:spChg chg="add mod ord">
          <ac:chgData name="Tanja Mueller" userId="258f0390-be70-4e34-8cbb-1944e566f9a9" providerId="ADAL" clId="{603A3F2C-4C82-40B7-94EC-F2B13CE8D26F}" dt="2026-07-29T15:03:45.514" v="108" actId="403"/>
          <ac:spMkLst>
            <pc:docMk/>
            <pc:sldMk cId="0" sldId="260"/>
            <ac:spMk id="11" creationId="{91954CF1-2BA2-B8E2-CBCA-86696A749748}"/>
          </ac:spMkLst>
        </pc:spChg>
        <pc:spChg chg="add del mod ord">
          <ac:chgData name="Tanja Mueller" userId="258f0390-be70-4e34-8cbb-1944e566f9a9" providerId="ADAL" clId="{603A3F2C-4C82-40B7-94EC-F2B13CE8D26F}" dt="2026-07-29T15:11:31.714" v="310" actId="478"/>
          <ac:spMkLst>
            <pc:docMk/>
            <pc:sldMk cId="0" sldId="260"/>
            <ac:spMk id="12" creationId="{7B5CC9BA-D079-D2A7-475C-335CC5EDB79D}"/>
          </ac:spMkLst>
        </pc:spChg>
        <pc:spChg chg="add del mod">
          <ac:chgData name="Tanja Mueller" userId="258f0390-be70-4e34-8cbb-1944e566f9a9" providerId="ADAL" clId="{603A3F2C-4C82-40B7-94EC-F2B13CE8D26F}" dt="2026-07-29T15:11:42.857" v="311" actId="478"/>
          <ac:spMkLst>
            <pc:docMk/>
            <pc:sldMk cId="0" sldId="260"/>
            <ac:spMk id="14" creationId="{47C5F3E2-2F57-7539-82D6-700C8644C40E}"/>
          </ac:spMkLst>
        </pc:spChg>
        <pc:grpChg chg="del">
          <ac:chgData name="Tanja Mueller" userId="258f0390-be70-4e34-8cbb-1944e566f9a9" providerId="ADAL" clId="{603A3F2C-4C82-40B7-94EC-F2B13CE8D26F}" dt="2026-07-29T17:07:17.985" v="4568" actId="478"/>
          <ac:grpSpMkLst>
            <pc:docMk/>
            <pc:sldMk cId="0" sldId="260"/>
            <ac:grpSpMk id="5" creationId="{00000000-0000-0000-0000-000000000000}"/>
          </ac:grpSpMkLst>
        </pc:grpChg>
      </pc:sldChg>
      <pc:sldChg chg="addSp delSp modSp add mod modAnim">
        <pc:chgData name="Tanja Mueller" userId="258f0390-be70-4e34-8cbb-1944e566f9a9" providerId="ADAL" clId="{603A3F2C-4C82-40B7-94EC-F2B13CE8D26F}" dt="2026-07-29T18:01:43.270" v="7480" actId="20577"/>
        <pc:sldMkLst>
          <pc:docMk/>
          <pc:sldMk cId="2506137744" sldId="261"/>
        </pc:sldMkLst>
        <pc:spChg chg="mod">
          <ac:chgData name="Tanja Mueller" userId="258f0390-be70-4e34-8cbb-1944e566f9a9" providerId="ADAL" clId="{603A3F2C-4C82-40B7-94EC-F2B13CE8D26F}" dt="2026-07-29T18:01:43.270" v="7480" actId="20577"/>
          <ac:spMkLst>
            <pc:docMk/>
            <pc:sldMk cId="2506137744" sldId="261"/>
            <ac:spMk id="11" creationId="{91B56443-1870-2382-BBC7-F21999DE06C3}"/>
          </ac:spMkLst>
        </pc:spChg>
        <pc:spChg chg="del mod">
          <ac:chgData name="Tanja Mueller" userId="258f0390-be70-4e34-8cbb-1944e566f9a9" providerId="ADAL" clId="{603A3F2C-4C82-40B7-94EC-F2B13CE8D26F}" dt="2026-07-29T15:05:58.887" v="153" actId="1032"/>
          <ac:spMkLst>
            <pc:docMk/>
            <pc:sldMk cId="2506137744" sldId="261"/>
            <ac:spMk id="12" creationId="{64174002-AB8A-EB3F-1BFC-EABA1A9697D8}"/>
          </ac:spMkLst>
        </pc:spChg>
        <pc:spChg chg="add mod">
          <ac:chgData name="Tanja Mueller" userId="258f0390-be70-4e34-8cbb-1944e566f9a9" providerId="ADAL" clId="{603A3F2C-4C82-40B7-94EC-F2B13CE8D26F}" dt="2026-07-29T15:10:01.708" v="297" actId="1076"/>
          <ac:spMkLst>
            <pc:docMk/>
            <pc:sldMk cId="2506137744" sldId="261"/>
            <ac:spMk id="14" creationId="{14ADD24F-2EEB-0A96-63C5-AB1DD16C6E5A}"/>
          </ac:spMkLst>
        </pc:spChg>
        <pc:spChg chg="add mod">
          <ac:chgData name="Tanja Mueller" userId="258f0390-be70-4e34-8cbb-1944e566f9a9" providerId="ADAL" clId="{603A3F2C-4C82-40B7-94EC-F2B13CE8D26F}" dt="2026-07-29T15:45:02.103" v="1404" actId="404"/>
          <ac:spMkLst>
            <pc:docMk/>
            <pc:sldMk cId="2506137744" sldId="261"/>
            <ac:spMk id="15" creationId="{E9C0443D-4A7D-D467-D369-CE7D6FC742E5}"/>
          </ac:spMkLst>
        </pc:spChg>
        <pc:spChg chg="add mod">
          <ac:chgData name="Tanja Mueller" userId="258f0390-be70-4e34-8cbb-1944e566f9a9" providerId="ADAL" clId="{603A3F2C-4C82-40B7-94EC-F2B13CE8D26F}" dt="2026-07-29T15:10:05.736" v="299" actId="1076"/>
          <ac:spMkLst>
            <pc:docMk/>
            <pc:sldMk cId="2506137744" sldId="261"/>
            <ac:spMk id="16" creationId="{C7382A09-976D-70FC-9836-0B29F51C8F32}"/>
          </ac:spMkLst>
        </pc:spChg>
        <pc:grpChg chg="del mod">
          <ac:chgData name="Tanja Mueller" userId="258f0390-be70-4e34-8cbb-1944e566f9a9" providerId="ADAL" clId="{603A3F2C-4C82-40B7-94EC-F2B13CE8D26F}" dt="2026-07-29T17:07:14.768" v="4567" actId="478"/>
          <ac:grpSpMkLst>
            <pc:docMk/>
            <pc:sldMk cId="2506137744" sldId="261"/>
            <ac:grpSpMk id="5" creationId="{BFA33954-1493-2DAF-2774-D0A22F26C294}"/>
          </ac:grpSpMkLst>
        </pc:grpChg>
        <pc:graphicFrameChg chg="add mod modGraphic">
          <ac:chgData name="Tanja Mueller" userId="258f0390-be70-4e34-8cbb-1944e566f9a9" providerId="ADAL" clId="{603A3F2C-4C82-40B7-94EC-F2B13CE8D26F}" dt="2026-07-29T15:10:10.025" v="300" actId="14100"/>
          <ac:graphicFrameMkLst>
            <pc:docMk/>
            <pc:sldMk cId="2506137744" sldId="261"/>
            <ac:graphicFrameMk id="13" creationId="{95942266-7676-1DB1-060D-E7AC3C31B7F7}"/>
          </ac:graphicFrameMkLst>
        </pc:graphicFrameChg>
      </pc:sldChg>
      <pc:sldChg chg="new del">
        <pc:chgData name="Tanja Mueller" userId="258f0390-be70-4e34-8cbb-1944e566f9a9" providerId="ADAL" clId="{603A3F2C-4C82-40B7-94EC-F2B13CE8D26F}" dt="2026-07-29T15:04:33.186" v="114" actId="680"/>
        <pc:sldMkLst>
          <pc:docMk/>
          <pc:sldMk cId="3968407935" sldId="261"/>
        </pc:sldMkLst>
      </pc:sldChg>
      <pc:sldChg chg="delSp modSp add mod ord modAnim">
        <pc:chgData name="Tanja Mueller" userId="258f0390-be70-4e34-8cbb-1944e566f9a9" providerId="ADAL" clId="{603A3F2C-4C82-40B7-94EC-F2B13CE8D26F}" dt="2026-07-29T17:07:12.116" v="4566" actId="478"/>
        <pc:sldMkLst>
          <pc:docMk/>
          <pc:sldMk cId="1575015794" sldId="262"/>
        </pc:sldMkLst>
        <pc:spChg chg="mod">
          <ac:chgData name="Tanja Mueller" userId="258f0390-be70-4e34-8cbb-1944e566f9a9" providerId="ADAL" clId="{603A3F2C-4C82-40B7-94EC-F2B13CE8D26F}" dt="2026-07-29T16:10:05.777" v="2370" actId="27636"/>
          <ac:spMkLst>
            <pc:docMk/>
            <pc:sldMk cId="1575015794" sldId="262"/>
            <ac:spMk id="12" creationId="{4786FB1F-3DBA-6DDF-136E-C8494FAC81E7}"/>
          </ac:spMkLst>
        </pc:spChg>
        <pc:grpChg chg="del mod">
          <ac:chgData name="Tanja Mueller" userId="258f0390-be70-4e34-8cbb-1944e566f9a9" providerId="ADAL" clId="{603A3F2C-4C82-40B7-94EC-F2B13CE8D26F}" dt="2026-07-29T17:07:12.116" v="4566" actId="478"/>
          <ac:grpSpMkLst>
            <pc:docMk/>
            <pc:sldMk cId="1575015794" sldId="262"/>
            <ac:grpSpMk id="5" creationId="{9F5A9A4A-8622-7A9C-74EB-509DBBFAED1D}"/>
          </ac:grpSpMkLst>
        </pc:grpChg>
      </pc:sldChg>
      <pc:sldChg chg="delSp modSp add mod modAnim">
        <pc:chgData name="Tanja Mueller" userId="258f0390-be70-4e34-8cbb-1944e566f9a9" providerId="ADAL" clId="{603A3F2C-4C82-40B7-94EC-F2B13CE8D26F}" dt="2026-07-29T17:07:04.340" v="4564" actId="478"/>
        <pc:sldMkLst>
          <pc:docMk/>
          <pc:sldMk cId="3329661357" sldId="263"/>
        </pc:sldMkLst>
        <pc:spChg chg="mod">
          <ac:chgData name="Tanja Mueller" userId="258f0390-be70-4e34-8cbb-1944e566f9a9" providerId="ADAL" clId="{603A3F2C-4C82-40B7-94EC-F2B13CE8D26F}" dt="2026-07-29T15:15:08.184" v="438" actId="20577"/>
          <ac:spMkLst>
            <pc:docMk/>
            <pc:sldMk cId="3329661357" sldId="263"/>
            <ac:spMk id="11" creationId="{59014754-4C11-2A6A-7C12-B6E5C990008F}"/>
          </ac:spMkLst>
        </pc:spChg>
        <pc:spChg chg="mod">
          <ac:chgData name="Tanja Mueller" userId="258f0390-be70-4e34-8cbb-1944e566f9a9" providerId="ADAL" clId="{603A3F2C-4C82-40B7-94EC-F2B13CE8D26F}" dt="2026-07-29T16:07:16.229" v="2343" actId="20577"/>
          <ac:spMkLst>
            <pc:docMk/>
            <pc:sldMk cId="3329661357" sldId="263"/>
            <ac:spMk id="12" creationId="{2165908A-7998-9082-E890-7B24481A865F}"/>
          </ac:spMkLst>
        </pc:spChg>
        <pc:grpChg chg="del">
          <ac:chgData name="Tanja Mueller" userId="258f0390-be70-4e34-8cbb-1944e566f9a9" providerId="ADAL" clId="{603A3F2C-4C82-40B7-94EC-F2B13CE8D26F}" dt="2026-07-29T17:07:04.340" v="4564" actId="478"/>
          <ac:grpSpMkLst>
            <pc:docMk/>
            <pc:sldMk cId="3329661357" sldId="263"/>
            <ac:grpSpMk id="5" creationId="{B054E45B-F1BA-19BE-8930-08376054D780}"/>
          </ac:grpSpMkLst>
        </pc:grpChg>
      </pc:sldChg>
      <pc:sldChg chg="addSp delSp modSp add mod ord modAnim">
        <pc:chgData name="Tanja Mueller" userId="258f0390-be70-4e34-8cbb-1944e566f9a9" providerId="ADAL" clId="{603A3F2C-4C82-40B7-94EC-F2B13CE8D26F}" dt="2026-07-29T17:07:08.948" v="4565" actId="478"/>
        <pc:sldMkLst>
          <pc:docMk/>
          <pc:sldMk cId="2775709274" sldId="264"/>
        </pc:sldMkLst>
        <pc:spChg chg="mod">
          <ac:chgData name="Tanja Mueller" userId="258f0390-be70-4e34-8cbb-1944e566f9a9" providerId="ADAL" clId="{603A3F2C-4C82-40B7-94EC-F2B13CE8D26F}" dt="2026-07-29T15:18:52.578" v="808" actId="5793"/>
          <ac:spMkLst>
            <pc:docMk/>
            <pc:sldMk cId="2775709274" sldId="264"/>
            <ac:spMk id="11" creationId="{9C485515-EE1D-CE78-0EB9-125DFEDF5637}"/>
          </ac:spMkLst>
        </pc:spChg>
        <pc:spChg chg="add mod">
          <ac:chgData name="Tanja Mueller" userId="258f0390-be70-4e34-8cbb-1944e566f9a9" providerId="ADAL" clId="{603A3F2C-4C82-40B7-94EC-F2B13CE8D26F}" dt="2026-07-29T16:52:24.973" v="4259" actId="20577"/>
          <ac:spMkLst>
            <pc:docMk/>
            <pc:sldMk cId="2775709274" sldId="264"/>
            <ac:spMk id="12" creationId="{17E4BCA9-A8E5-A254-2535-6A43E79F3B6F}"/>
          </ac:spMkLst>
        </pc:spChg>
        <pc:grpChg chg="del">
          <ac:chgData name="Tanja Mueller" userId="258f0390-be70-4e34-8cbb-1944e566f9a9" providerId="ADAL" clId="{603A3F2C-4C82-40B7-94EC-F2B13CE8D26F}" dt="2026-07-29T17:07:08.948" v="4565" actId="478"/>
          <ac:grpSpMkLst>
            <pc:docMk/>
            <pc:sldMk cId="2775709274" sldId="264"/>
            <ac:grpSpMk id="5" creationId="{3AF0EF93-B231-4496-6255-DB0D4F51E5E0}"/>
          </ac:grpSpMkLst>
        </pc:grpChg>
      </pc:sldChg>
      <pc:sldChg chg="addSp delSp modSp add mod">
        <pc:chgData name="Tanja Mueller" userId="258f0390-be70-4e34-8cbb-1944e566f9a9" providerId="ADAL" clId="{603A3F2C-4C82-40B7-94EC-F2B13CE8D26F}" dt="2026-07-29T17:07:01.474" v="4563" actId="478"/>
        <pc:sldMkLst>
          <pc:docMk/>
          <pc:sldMk cId="2572097656" sldId="265"/>
        </pc:sldMkLst>
        <pc:spChg chg="mod">
          <ac:chgData name="Tanja Mueller" userId="258f0390-be70-4e34-8cbb-1944e566f9a9" providerId="ADAL" clId="{603A3F2C-4C82-40B7-94EC-F2B13CE8D26F}" dt="2026-07-29T15:53:42.783" v="1616" actId="20577"/>
          <ac:spMkLst>
            <pc:docMk/>
            <pc:sldMk cId="2572097656" sldId="265"/>
            <ac:spMk id="11" creationId="{950EFF09-CFA2-815B-859A-36BFB1DF0CB7}"/>
          </ac:spMkLst>
        </pc:spChg>
        <pc:spChg chg="del">
          <ac:chgData name="Tanja Mueller" userId="258f0390-be70-4e34-8cbb-1944e566f9a9" providerId="ADAL" clId="{603A3F2C-4C82-40B7-94EC-F2B13CE8D26F}" dt="2026-07-29T15:53:49.096" v="1617" actId="478"/>
          <ac:spMkLst>
            <pc:docMk/>
            <pc:sldMk cId="2572097656" sldId="265"/>
            <ac:spMk id="12" creationId="{065259E4-968F-5103-249D-F0C068B18975}"/>
          </ac:spMkLst>
        </pc:spChg>
        <pc:spChg chg="add del mod">
          <ac:chgData name="Tanja Mueller" userId="258f0390-be70-4e34-8cbb-1944e566f9a9" providerId="ADAL" clId="{603A3F2C-4C82-40B7-94EC-F2B13CE8D26F}" dt="2026-07-29T15:53:56.860" v="1618" actId="478"/>
          <ac:spMkLst>
            <pc:docMk/>
            <pc:sldMk cId="2572097656" sldId="265"/>
            <ac:spMk id="14" creationId="{0487A698-1675-CC32-A052-F4956362245E}"/>
          </ac:spMkLst>
        </pc:spChg>
        <pc:grpChg chg="del">
          <ac:chgData name="Tanja Mueller" userId="258f0390-be70-4e34-8cbb-1944e566f9a9" providerId="ADAL" clId="{603A3F2C-4C82-40B7-94EC-F2B13CE8D26F}" dt="2026-07-29T17:07:01.474" v="4563" actId="478"/>
          <ac:grpSpMkLst>
            <pc:docMk/>
            <pc:sldMk cId="2572097656" sldId="265"/>
            <ac:grpSpMk id="5" creationId="{D9F2390F-8B55-3549-7247-72EE6B477C8F}"/>
          </ac:grpSpMkLst>
        </pc:grpChg>
        <pc:grpChg chg="mod">
          <ac:chgData name="Tanja Mueller" userId="258f0390-be70-4e34-8cbb-1944e566f9a9" providerId="ADAL" clId="{603A3F2C-4C82-40B7-94EC-F2B13CE8D26F}" dt="2026-07-29T15:57:50.830" v="1786" actId="1076"/>
          <ac:grpSpMkLst>
            <pc:docMk/>
            <pc:sldMk cId="2572097656" sldId="265"/>
            <ac:grpSpMk id="7" creationId="{4043D3EC-A2A0-4F07-2864-2C9FC7C6B4F4}"/>
          </ac:grpSpMkLst>
        </pc:grpChg>
        <pc:graphicFrameChg chg="add del mod">
          <ac:chgData name="Tanja Mueller" userId="258f0390-be70-4e34-8cbb-1944e566f9a9" providerId="ADAL" clId="{603A3F2C-4C82-40B7-94EC-F2B13CE8D26F}" dt="2026-07-29T15:54:41.596" v="1626" actId="478"/>
          <ac:graphicFrameMkLst>
            <pc:docMk/>
            <pc:sldMk cId="2572097656" sldId="265"/>
            <ac:graphicFrameMk id="15" creationId="{6AACA957-B02A-7F5F-2428-26434C5E4B2D}"/>
          </ac:graphicFrameMkLst>
        </pc:graphicFrameChg>
        <pc:graphicFrameChg chg="add mod modGraphic">
          <ac:chgData name="Tanja Mueller" userId="258f0390-be70-4e34-8cbb-1944e566f9a9" providerId="ADAL" clId="{603A3F2C-4C82-40B7-94EC-F2B13CE8D26F}" dt="2026-07-29T16:28:18.238" v="2628" actId="20577"/>
          <ac:graphicFrameMkLst>
            <pc:docMk/>
            <pc:sldMk cId="2572097656" sldId="265"/>
            <ac:graphicFrameMk id="16" creationId="{79735188-B9B4-A184-49C2-8662F6EADD6E}"/>
          </ac:graphicFrameMkLst>
        </pc:graphicFrameChg>
      </pc:sldChg>
      <pc:sldChg chg="delSp modSp add mod ord">
        <pc:chgData name="Tanja Mueller" userId="258f0390-be70-4e34-8cbb-1944e566f9a9" providerId="ADAL" clId="{603A3F2C-4C82-40B7-94EC-F2B13CE8D26F}" dt="2026-07-29T17:06:52.514" v="4561" actId="478"/>
        <pc:sldMkLst>
          <pc:docMk/>
          <pc:sldMk cId="2434874636" sldId="266"/>
        </pc:sldMkLst>
        <pc:spChg chg="mod">
          <ac:chgData name="Tanja Mueller" userId="258f0390-be70-4e34-8cbb-1944e566f9a9" providerId="ADAL" clId="{603A3F2C-4C82-40B7-94EC-F2B13CE8D26F}" dt="2026-07-29T16:08:53.875" v="2363" actId="20577"/>
          <ac:spMkLst>
            <pc:docMk/>
            <pc:sldMk cId="2434874636" sldId="266"/>
            <ac:spMk id="11" creationId="{C7AB0562-002A-58BC-D08B-F8F0A59FD1F1}"/>
          </ac:spMkLst>
        </pc:spChg>
        <pc:spChg chg="mod">
          <ac:chgData name="Tanja Mueller" userId="258f0390-be70-4e34-8cbb-1944e566f9a9" providerId="ADAL" clId="{603A3F2C-4C82-40B7-94EC-F2B13CE8D26F}" dt="2026-07-29T16:10:33.938" v="2372" actId="207"/>
          <ac:spMkLst>
            <pc:docMk/>
            <pc:sldMk cId="2434874636" sldId="266"/>
            <ac:spMk id="12" creationId="{5FDA13C5-D4F4-060E-02BD-7B18751EABFC}"/>
          </ac:spMkLst>
        </pc:spChg>
        <pc:grpChg chg="del">
          <ac:chgData name="Tanja Mueller" userId="258f0390-be70-4e34-8cbb-1944e566f9a9" providerId="ADAL" clId="{603A3F2C-4C82-40B7-94EC-F2B13CE8D26F}" dt="2026-07-29T17:06:52.514" v="4561" actId="478"/>
          <ac:grpSpMkLst>
            <pc:docMk/>
            <pc:sldMk cId="2434874636" sldId="266"/>
            <ac:grpSpMk id="5" creationId="{124CB4EF-14E0-7314-E3DF-13A5AC67C955}"/>
          </ac:grpSpMkLst>
        </pc:grpChg>
      </pc:sldChg>
      <pc:sldChg chg="addSp delSp modSp add mod ord modAnim">
        <pc:chgData name="Tanja Mueller" userId="258f0390-be70-4e34-8cbb-1944e566f9a9" providerId="ADAL" clId="{603A3F2C-4C82-40B7-94EC-F2B13CE8D26F}" dt="2026-07-29T18:08:34.753" v="7541"/>
        <pc:sldMkLst>
          <pc:docMk/>
          <pc:sldMk cId="541717063" sldId="267"/>
        </pc:sldMkLst>
        <pc:spChg chg="mod">
          <ac:chgData name="Tanja Mueller" userId="258f0390-be70-4e34-8cbb-1944e566f9a9" providerId="ADAL" clId="{603A3F2C-4C82-40B7-94EC-F2B13CE8D26F}" dt="2026-07-29T17:01:02.800" v="4466" actId="1076"/>
          <ac:spMkLst>
            <pc:docMk/>
            <pc:sldMk cId="541717063" sldId="267"/>
            <ac:spMk id="12" creationId="{C8AAA22E-AADE-3FAF-35EC-D809737A86A6}"/>
          </ac:spMkLst>
        </pc:spChg>
        <pc:spChg chg="add mod">
          <ac:chgData name="Tanja Mueller" userId="258f0390-be70-4e34-8cbb-1944e566f9a9" providerId="ADAL" clId="{603A3F2C-4C82-40B7-94EC-F2B13CE8D26F}" dt="2026-07-29T17:01:32.288" v="4474" actId="14100"/>
          <ac:spMkLst>
            <pc:docMk/>
            <pc:sldMk cId="541717063" sldId="267"/>
            <ac:spMk id="13" creationId="{D4BD5D87-ACA7-27FD-BBC1-074169842275}"/>
          </ac:spMkLst>
        </pc:spChg>
        <pc:spChg chg="add mod">
          <ac:chgData name="Tanja Mueller" userId="258f0390-be70-4e34-8cbb-1944e566f9a9" providerId="ADAL" clId="{603A3F2C-4C82-40B7-94EC-F2B13CE8D26F}" dt="2026-07-29T16:21:49.161" v="2595" actId="20577"/>
          <ac:spMkLst>
            <pc:docMk/>
            <pc:sldMk cId="541717063" sldId="267"/>
            <ac:spMk id="14" creationId="{988144EB-AFB0-B03B-B6CE-EB23CFC568D0}"/>
          </ac:spMkLst>
        </pc:spChg>
        <pc:spChg chg="add mod">
          <ac:chgData name="Tanja Mueller" userId="258f0390-be70-4e34-8cbb-1944e566f9a9" providerId="ADAL" clId="{603A3F2C-4C82-40B7-94EC-F2B13CE8D26F}" dt="2026-07-29T18:02:31.074" v="7483" actId="404"/>
          <ac:spMkLst>
            <pc:docMk/>
            <pc:sldMk cId="541717063" sldId="267"/>
            <ac:spMk id="15" creationId="{190572CA-A735-F176-848C-50005EF6D8E3}"/>
          </ac:spMkLst>
        </pc:spChg>
        <pc:spChg chg="add mod">
          <ac:chgData name="Tanja Mueller" userId="258f0390-be70-4e34-8cbb-1944e566f9a9" providerId="ADAL" clId="{603A3F2C-4C82-40B7-94EC-F2B13CE8D26F}" dt="2026-07-29T18:08:28.486" v="7540" actId="313"/>
          <ac:spMkLst>
            <pc:docMk/>
            <pc:sldMk cId="541717063" sldId="267"/>
            <ac:spMk id="16" creationId="{6CEF2791-4F79-C33C-E812-93EE540D38BC}"/>
          </ac:spMkLst>
        </pc:spChg>
        <pc:grpChg chg="del mod">
          <ac:chgData name="Tanja Mueller" userId="258f0390-be70-4e34-8cbb-1944e566f9a9" providerId="ADAL" clId="{603A3F2C-4C82-40B7-94EC-F2B13CE8D26F}" dt="2026-07-29T17:06:46.985" v="4560" actId="478"/>
          <ac:grpSpMkLst>
            <pc:docMk/>
            <pc:sldMk cId="541717063" sldId="267"/>
            <ac:grpSpMk id="5" creationId="{27C773CE-D399-5048-0140-694F20EB9684}"/>
          </ac:grpSpMkLst>
        </pc:grpChg>
      </pc:sldChg>
      <pc:sldChg chg="add del">
        <pc:chgData name="Tanja Mueller" userId="258f0390-be70-4e34-8cbb-1944e566f9a9" providerId="ADAL" clId="{603A3F2C-4C82-40B7-94EC-F2B13CE8D26F}" dt="2026-07-29T16:19:05.030" v="2479" actId="2890"/>
        <pc:sldMkLst>
          <pc:docMk/>
          <pc:sldMk cId="360209948" sldId="268"/>
        </pc:sldMkLst>
      </pc:sldChg>
      <pc:sldChg chg="addSp delSp modSp add mod ord modAnim">
        <pc:chgData name="Tanja Mueller" userId="258f0390-be70-4e34-8cbb-1944e566f9a9" providerId="ADAL" clId="{603A3F2C-4C82-40B7-94EC-F2B13CE8D26F}" dt="2026-07-29T18:10:41.144" v="7610" actId="313"/>
        <pc:sldMkLst>
          <pc:docMk/>
          <pc:sldMk cId="2078914524" sldId="268"/>
        </pc:sldMkLst>
        <pc:spChg chg="mod">
          <ac:chgData name="Tanja Mueller" userId="258f0390-be70-4e34-8cbb-1944e566f9a9" providerId="ADAL" clId="{603A3F2C-4C82-40B7-94EC-F2B13CE8D26F}" dt="2026-07-29T17:02:55.463" v="4504" actId="1076"/>
          <ac:spMkLst>
            <pc:docMk/>
            <pc:sldMk cId="2078914524" sldId="268"/>
            <ac:spMk id="12" creationId="{FB3B194F-D864-E96D-244B-6DF3E347C52E}"/>
          </ac:spMkLst>
        </pc:spChg>
        <pc:spChg chg="add mod">
          <ac:chgData name="Tanja Mueller" userId="258f0390-be70-4e34-8cbb-1944e566f9a9" providerId="ADAL" clId="{603A3F2C-4C82-40B7-94EC-F2B13CE8D26F}" dt="2026-07-29T17:04:21.438" v="4527" actId="1076"/>
          <ac:spMkLst>
            <pc:docMk/>
            <pc:sldMk cId="2078914524" sldId="268"/>
            <ac:spMk id="13" creationId="{B8E57426-687A-6391-EA6B-3EBEDB6BF35A}"/>
          </ac:spMkLst>
        </pc:spChg>
        <pc:spChg chg="add mod">
          <ac:chgData name="Tanja Mueller" userId="258f0390-be70-4e34-8cbb-1944e566f9a9" providerId="ADAL" clId="{603A3F2C-4C82-40B7-94EC-F2B13CE8D26F}" dt="2026-07-29T16:22:17.536" v="2599" actId="14100"/>
          <ac:spMkLst>
            <pc:docMk/>
            <pc:sldMk cId="2078914524" sldId="268"/>
            <ac:spMk id="14" creationId="{03AC44CD-937F-8D22-74F5-B2D806478F6E}"/>
          </ac:spMkLst>
        </pc:spChg>
        <pc:spChg chg="add mod">
          <ac:chgData name="Tanja Mueller" userId="258f0390-be70-4e34-8cbb-1944e566f9a9" providerId="ADAL" clId="{603A3F2C-4C82-40B7-94EC-F2B13CE8D26F}" dt="2026-07-29T17:04:29.216" v="4529" actId="1076"/>
          <ac:spMkLst>
            <pc:docMk/>
            <pc:sldMk cId="2078914524" sldId="268"/>
            <ac:spMk id="15" creationId="{17E77E3F-E52A-8AD8-E0B4-8D981336AC7A}"/>
          </ac:spMkLst>
        </pc:spChg>
        <pc:spChg chg="add mod">
          <ac:chgData name="Tanja Mueller" userId="258f0390-be70-4e34-8cbb-1944e566f9a9" providerId="ADAL" clId="{603A3F2C-4C82-40B7-94EC-F2B13CE8D26F}" dt="2026-07-29T18:10:41.144" v="7610" actId="313"/>
          <ac:spMkLst>
            <pc:docMk/>
            <pc:sldMk cId="2078914524" sldId="268"/>
            <ac:spMk id="16" creationId="{0947AAF5-92E3-02C4-76FB-FE7CB77F2B10}"/>
          </ac:spMkLst>
        </pc:spChg>
        <pc:grpChg chg="del mod">
          <ac:chgData name="Tanja Mueller" userId="258f0390-be70-4e34-8cbb-1944e566f9a9" providerId="ADAL" clId="{603A3F2C-4C82-40B7-94EC-F2B13CE8D26F}" dt="2026-07-29T17:06:40.163" v="4559" actId="478"/>
          <ac:grpSpMkLst>
            <pc:docMk/>
            <pc:sldMk cId="2078914524" sldId="268"/>
            <ac:grpSpMk id="5" creationId="{17B3A90E-02AC-2CC0-B43C-3004E760C3ED}"/>
          </ac:grpSpMkLst>
        </pc:grpChg>
      </pc:sldChg>
      <pc:sldChg chg="delSp modSp add mod ord modNotesTx">
        <pc:chgData name="Tanja Mueller" userId="258f0390-be70-4e34-8cbb-1944e566f9a9" providerId="ADAL" clId="{603A3F2C-4C82-40B7-94EC-F2B13CE8D26F}" dt="2026-07-29T18:04:18.689" v="7497" actId="20577"/>
        <pc:sldMkLst>
          <pc:docMk/>
          <pc:sldMk cId="2420458040" sldId="269"/>
        </pc:sldMkLst>
        <pc:spChg chg="mod">
          <ac:chgData name="Tanja Mueller" userId="258f0390-be70-4e34-8cbb-1944e566f9a9" providerId="ADAL" clId="{603A3F2C-4C82-40B7-94EC-F2B13CE8D26F}" dt="2026-07-29T16:23:10.284" v="2622" actId="20577"/>
          <ac:spMkLst>
            <pc:docMk/>
            <pc:sldMk cId="2420458040" sldId="269"/>
            <ac:spMk id="11" creationId="{8DF62C37-35E2-8279-27C7-11F279C2327F}"/>
          </ac:spMkLst>
        </pc:spChg>
        <pc:spChg chg="mod">
          <ac:chgData name="Tanja Mueller" userId="258f0390-be70-4e34-8cbb-1944e566f9a9" providerId="ADAL" clId="{603A3F2C-4C82-40B7-94EC-F2B13CE8D26F}" dt="2026-07-29T18:04:18.689" v="7497" actId="20577"/>
          <ac:spMkLst>
            <pc:docMk/>
            <pc:sldMk cId="2420458040" sldId="269"/>
            <ac:spMk id="12" creationId="{2D5F255A-C2FC-9CAA-EF2A-7517C2C9F0EC}"/>
          </ac:spMkLst>
        </pc:spChg>
        <pc:grpChg chg="del">
          <ac:chgData name="Tanja Mueller" userId="258f0390-be70-4e34-8cbb-1944e566f9a9" providerId="ADAL" clId="{603A3F2C-4C82-40B7-94EC-F2B13CE8D26F}" dt="2026-07-29T17:06:56.774" v="4562" actId="478"/>
          <ac:grpSpMkLst>
            <pc:docMk/>
            <pc:sldMk cId="2420458040" sldId="269"/>
            <ac:grpSpMk id="5" creationId="{2DEC8CF4-EC15-A882-2F59-058EB65A201F}"/>
          </ac:grpSpMkLst>
        </pc:grpChg>
      </pc:sldChg>
      <pc:sldChg chg="addSp delSp modSp add mod ord modAnim">
        <pc:chgData name="Tanja Mueller" userId="258f0390-be70-4e34-8cbb-1944e566f9a9" providerId="ADAL" clId="{603A3F2C-4C82-40B7-94EC-F2B13CE8D26F}" dt="2026-07-29T18:15:08.010" v="7677" actId="14100"/>
        <pc:sldMkLst>
          <pc:docMk/>
          <pc:sldMk cId="3677917743" sldId="270"/>
        </pc:sldMkLst>
        <pc:spChg chg="mod">
          <ac:chgData name="Tanja Mueller" userId="258f0390-be70-4e34-8cbb-1944e566f9a9" providerId="ADAL" clId="{603A3F2C-4C82-40B7-94EC-F2B13CE8D26F}" dt="2026-07-29T17:05:11.280" v="4539" actId="1076"/>
          <ac:spMkLst>
            <pc:docMk/>
            <pc:sldMk cId="3677917743" sldId="270"/>
            <ac:spMk id="12" creationId="{EAFC1A26-C88E-7BE2-0ED6-2097D2FC54B4}"/>
          </ac:spMkLst>
        </pc:spChg>
        <pc:spChg chg="add mod">
          <ac:chgData name="Tanja Mueller" userId="258f0390-be70-4e34-8cbb-1944e566f9a9" providerId="ADAL" clId="{603A3F2C-4C82-40B7-94EC-F2B13CE8D26F}" dt="2026-07-29T17:04:59.574" v="4536" actId="1076"/>
          <ac:spMkLst>
            <pc:docMk/>
            <pc:sldMk cId="3677917743" sldId="270"/>
            <ac:spMk id="13" creationId="{B16377D0-8E01-2622-4CE6-A00CA016EFA2}"/>
          </ac:spMkLst>
        </pc:spChg>
        <pc:spChg chg="add mod">
          <ac:chgData name="Tanja Mueller" userId="258f0390-be70-4e34-8cbb-1944e566f9a9" providerId="ADAL" clId="{603A3F2C-4C82-40B7-94EC-F2B13CE8D26F}" dt="2026-07-29T16:57:14.097" v="4435"/>
          <ac:spMkLst>
            <pc:docMk/>
            <pc:sldMk cId="3677917743" sldId="270"/>
            <ac:spMk id="14" creationId="{83164C83-5542-1D47-53A7-E55A4CF1E478}"/>
          </ac:spMkLst>
        </pc:spChg>
        <pc:spChg chg="add mod">
          <ac:chgData name="Tanja Mueller" userId="258f0390-be70-4e34-8cbb-1944e566f9a9" providerId="ADAL" clId="{603A3F2C-4C82-40B7-94EC-F2B13CE8D26F}" dt="2026-07-29T17:06:28.179" v="4558" actId="1076"/>
          <ac:spMkLst>
            <pc:docMk/>
            <pc:sldMk cId="3677917743" sldId="270"/>
            <ac:spMk id="15" creationId="{DE0B15DD-B0C8-7731-2518-FE4665619DA3}"/>
          </ac:spMkLst>
        </pc:spChg>
        <pc:spChg chg="add mod">
          <ac:chgData name="Tanja Mueller" userId="258f0390-be70-4e34-8cbb-1944e566f9a9" providerId="ADAL" clId="{603A3F2C-4C82-40B7-94EC-F2B13CE8D26F}" dt="2026-07-29T18:15:08.010" v="7677" actId="14100"/>
          <ac:spMkLst>
            <pc:docMk/>
            <pc:sldMk cId="3677917743" sldId="270"/>
            <ac:spMk id="16" creationId="{25274E04-85C3-EB84-76AA-A67FBC70E7A4}"/>
          </ac:spMkLst>
        </pc:spChg>
        <pc:grpChg chg="del mod">
          <ac:chgData name="Tanja Mueller" userId="258f0390-be70-4e34-8cbb-1944e566f9a9" providerId="ADAL" clId="{603A3F2C-4C82-40B7-94EC-F2B13CE8D26F}" dt="2026-07-29T17:05:07.349" v="4538" actId="478"/>
          <ac:grpSpMkLst>
            <pc:docMk/>
            <pc:sldMk cId="3677917743" sldId="270"/>
            <ac:grpSpMk id="5" creationId="{AF2DA731-E576-774A-9257-88126A752264}"/>
          </ac:grpSpMkLst>
        </pc:grpChg>
      </pc:sldChg>
      <pc:sldChg chg="addSp delSp modSp add mod modNotesTx">
        <pc:chgData name="Tanja Mueller" userId="258f0390-be70-4e34-8cbb-1944e566f9a9" providerId="ADAL" clId="{603A3F2C-4C82-40B7-94EC-F2B13CE8D26F}" dt="2026-07-29T17:11:06.865" v="4625" actId="403"/>
        <pc:sldMkLst>
          <pc:docMk/>
          <pc:sldMk cId="1159902619" sldId="271"/>
        </pc:sldMkLst>
        <pc:spChg chg="del">
          <ac:chgData name="Tanja Mueller" userId="258f0390-be70-4e34-8cbb-1944e566f9a9" providerId="ADAL" clId="{603A3F2C-4C82-40B7-94EC-F2B13CE8D26F}" dt="2026-07-29T17:08:08.781" v="4571" actId="478"/>
          <ac:spMkLst>
            <pc:docMk/>
            <pc:sldMk cId="1159902619" sldId="271"/>
            <ac:spMk id="2" creationId="{AC83E907-AEDE-9797-4C67-EEDB5AFB985B}"/>
          </ac:spMkLst>
        </pc:spChg>
        <pc:spChg chg="add del mod">
          <ac:chgData name="Tanja Mueller" userId="258f0390-be70-4e34-8cbb-1944e566f9a9" providerId="ADAL" clId="{603A3F2C-4C82-40B7-94EC-F2B13CE8D26F}" dt="2026-07-29T17:08:11.626" v="4572" actId="478"/>
          <ac:spMkLst>
            <pc:docMk/>
            <pc:sldMk cId="1159902619" sldId="271"/>
            <ac:spMk id="6" creationId="{F3D5CF33-6090-8B34-9824-E05A8020E0CD}"/>
          </ac:spMkLst>
        </pc:spChg>
        <pc:spChg chg="del">
          <ac:chgData name="Tanja Mueller" userId="258f0390-be70-4e34-8cbb-1944e566f9a9" providerId="ADAL" clId="{603A3F2C-4C82-40B7-94EC-F2B13CE8D26F}" dt="2026-07-29T17:08:06.276" v="4570" actId="478"/>
          <ac:spMkLst>
            <pc:docMk/>
            <pc:sldMk cId="1159902619" sldId="271"/>
            <ac:spMk id="12" creationId="{9EE54BD7-2097-370B-BDA4-9EECE36D4CBF}"/>
          </ac:spMkLst>
        </pc:spChg>
        <pc:graphicFrameChg chg="add mod modGraphic">
          <ac:chgData name="Tanja Mueller" userId="258f0390-be70-4e34-8cbb-1944e566f9a9" providerId="ADAL" clId="{603A3F2C-4C82-40B7-94EC-F2B13CE8D26F}" dt="2026-07-29T17:11:06.865" v="4625" actId="403"/>
          <ac:graphicFrameMkLst>
            <pc:docMk/>
            <pc:sldMk cId="1159902619" sldId="271"/>
            <ac:graphicFrameMk id="13" creationId="{80AC758F-A700-E0C7-FDD4-ACFCBB940397}"/>
          </ac:graphicFrameMkLst>
        </pc:graphicFrameChg>
      </pc:sldChg>
      <pc:sldChg chg="addSp delSp modSp add mod modAnim">
        <pc:chgData name="Tanja Mueller" userId="258f0390-be70-4e34-8cbb-1944e566f9a9" providerId="ADAL" clId="{603A3F2C-4C82-40B7-94EC-F2B13CE8D26F}" dt="2026-07-29T18:16:12.845" v="7694" actId="403"/>
        <pc:sldMkLst>
          <pc:docMk/>
          <pc:sldMk cId="4108306431" sldId="272"/>
        </pc:sldMkLst>
        <pc:spChg chg="del">
          <ac:chgData name="Tanja Mueller" userId="258f0390-be70-4e34-8cbb-1944e566f9a9" providerId="ADAL" clId="{603A3F2C-4C82-40B7-94EC-F2B13CE8D26F}" dt="2026-07-29T17:12:10.148" v="4630" actId="478"/>
          <ac:spMkLst>
            <pc:docMk/>
            <pc:sldMk cId="4108306431" sldId="272"/>
            <ac:spMk id="2" creationId="{1DA3EA2A-7F19-C2F5-0B82-E09D213D3D2E}"/>
          </ac:spMkLst>
        </pc:spChg>
        <pc:spChg chg="add mod">
          <ac:chgData name="Tanja Mueller" userId="258f0390-be70-4e34-8cbb-1944e566f9a9" providerId="ADAL" clId="{603A3F2C-4C82-40B7-94EC-F2B13CE8D26F}" dt="2026-07-29T18:16:12.845" v="7694" actId="403"/>
          <ac:spMkLst>
            <pc:docMk/>
            <pc:sldMk cId="4108306431" sldId="272"/>
            <ac:spMk id="5" creationId="{2D5A6564-B77F-E574-808D-7B435CF1B3B0}"/>
          </ac:spMkLst>
        </pc:spChg>
        <pc:spChg chg="mod">
          <ac:chgData name="Tanja Mueller" userId="258f0390-be70-4e34-8cbb-1944e566f9a9" providerId="ADAL" clId="{603A3F2C-4C82-40B7-94EC-F2B13CE8D26F}" dt="2026-07-29T17:12:06.398" v="4629" actId="14100"/>
          <ac:spMkLst>
            <pc:docMk/>
            <pc:sldMk cId="4108306431" sldId="272"/>
            <ac:spMk id="12" creationId="{E54FA7EC-580C-B902-3A4C-8C5369124296}"/>
          </ac:spMkLst>
        </pc:spChg>
        <pc:spChg chg="mod">
          <ac:chgData name="Tanja Mueller" userId="258f0390-be70-4e34-8cbb-1944e566f9a9" providerId="ADAL" clId="{603A3F2C-4C82-40B7-94EC-F2B13CE8D26F}" dt="2026-07-29T17:15:36.909" v="4655" actId="1076"/>
          <ac:spMkLst>
            <pc:docMk/>
            <pc:sldMk cId="4108306431" sldId="272"/>
            <ac:spMk id="13" creationId="{77C19438-6659-72E9-BE48-54DF34883A70}"/>
          </ac:spMkLst>
        </pc:spChg>
        <pc:spChg chg="mod">
          <ac:chgData name="Tanja Mueller" userId="258f0390-be70-4e34-8cbb-1944e566f9a9" providerId="ADAL" clId="{603A3F2C-4C82-40B7-94EC-F2B13CE8D26F}" dt="2026-07-29T17:40:46.577" v="6178"/>
          <ac:spMkLst>
            <pc:docMk/>
            <pc:sldMk cId="4108306431" sldId="272"/>
            <ac:spMk id="14" creationId="{D0DE0A4F-9A1F-6EB4-FA0F-99968CF9C3B8}"/>
          </ac:spMkLst>
        </pc:spChg>
        <pc:spChg chg="mod">
          <ac:chgData name="Tanja Mueller" userId="258f0390-be70-4e34-8cbb-1944e566f9a9" providerId="ADAL" clId="{603A3F2C-4C82-40B7-94EC-F2B13CE8D26F}" dt="2026-07-29T17:15:28.129" v="4654" actId="313"/>
          <ac:spMkLst>
            <pc:docMk/>
            <pc:sldMk cId="4108306431" sldId="272"/>
            <ac:spMk id="15" creationId="{4B6460DB-E0A7-8908-0CEF-FC1FE48FBD10}"/>
          </ac:spMkLst>
        </pc:spChg>
      </pc:sldChg>
      <pc:sldChg chg="modSp add mod ord">
        <pc:chgData name="Tanja Mueller" userId="258f0390-be70-4e34-8cbb-1944e566f9a9" providerId="ADAL" clId="{603A3F2C-4C82-40B7-94EC-F2B13CE8D26F}" dt="2026-07-29T17:20:46.251" v="4897" actId="20577"/>
        <pc:sldMkLst>
          <pc:docMk/>
          <pc:sldMk cId="2159207314" sldId="273"/>
        </pc:sldMkLst>
        <pc:spChg chg="mod">
          <ac:chgData name="Tanja Mueller" userId="258f0390-be70-4e34-8cbb-1944e566f9a9" providerId="ADAL" clId="{603A3F2C-4C82-40B7-94EC-F2B13CE8D26F}" dt="2026-07-29T17:18:08.596" v="4693" actId="20577"/>
          <ac:spMkLst>
            <pc:docMk/>
            <pc:sldMk cId="2159207314" sldId="273"/>
            <ac:spMk id="11" creationId="{DBCCC988-9EFA-957D-0C48-726432FE696F}"/>
          </ac:spMkLst>
        </pc:spChg>
        <pc:spChg chg="mod">
          <ac:chgData name="Tanja Mueller" userId="258f0390-be70-4e34-8cbb-1944e566f9a9" providerId="ADAL" clId="{603A3F2C-4C82-40B7-94EC-F2B13CE8D26F}" dt="2026-07-29T17:20:46.251" v="4897" actId="20577"/>
          <ac:spMkLst>
            <pc:docMk/>
            <pc:sldMk cId="2159207314" sldId="273"/>
            <ac:spMk id="12" creationId="{DB49554E-18EE-D4D8-581D-EC917495414F}"/>
          </ac:spMkLst>
        </pc:spChg>
      </pc:sldChg>
      <pc:sldChg chg="modSp add del mod">
        <pc:chgData name="Tanja Mueller" userId="258f0390-be70-4e34-8cbb-1944e566f9a9" providerId="ADAL" clId="{603A3F2C-4C82-40B7-94EC-F2B13CE8D26F}" dt="2026-07-29T18:27:20.260" v="7713" actId="2696"/>
        <pc:sldMkLst>
          <pc:docMk/>
          <pc:sldMk cId="2662263456" sldId="274"/>
        </pc:sldMkLst>
        <pc:spChg chg="mod">
          <ac:chgData name="Tanja Mueller" userId="258f0390-be70-4e34-8cbb-1944e566f9a9" providerId="ADAL" clId="{603A3F2C-4C82-40B7-94EC-F2B13CE8D26F}" dt="2026-07-29T17:21:44.002" v="4906" actId="20577"/>
          <ac:spMkLst>
            <pc:docMk/>
            <pc:sldMk cId="2662263456" sldId="274"/>
            <ac:spMk id="12" creationId="{765FDCEC-742A-F1AB-741A-DA11CE9F1582}"/>
          </ac:spMkLst>
        </pc:spChg>
      </pc:sldChg>
      <pc:sldChg chg="addSp delSp modSp add mod ord addAnim delAnim modAnim">
        <pc:chgData name="Tanja Mueller" userId="258f0390-be70-4e34-8cbb-1944e566f9a9" providerId="ADAL" clId="{603A3F2C-4C82-40B7-94EC-F2B13CE8D26F}" dt="2026-07-29T18:23:24.606" v="7712" actId="14100"/>
        <pc:sldMkLst>
          <pc:docMk/>
          <pc:sldMk cId="2021147687" sldId="275"/>
        </pc:sldMkLst>
        <pc:spChg chg="add mod">
          <ac:chgData name="Tanja Mueller" userId="258f0390-be70-4e34-8cbb-1944e566f9a9" providerId="ADAL" clId="{603A3F2C-4C82-40B7-94EC-F2B13CE8D26F}" dt="2026-07-29T17:41:15.099" v="6180"/>
          <ac:spMkLst>
            <pc:docMk/>
            <pc:sldMk cId="2021147687" sldId="275"/>
            <ac:spMk id="2" creationId="{8C2AC2CF-0025-878B-6AC6-D9FF57971AA1}"/>
          </ac:spMkLst>
        </pc:spChg>
        <pc:spChg chg="add mod">
          <ac:chgData name="Tanja Mueller" userId="258f0390-be70-4e34-8cbb-1944e566f9a9" providerId="ADAL" clId="{603A3F2C-4C82-40B7-94EC-F2B13CE8D26F}" dt="2026-07-29T18:20:09.336" v="7704" actId="14100"/>
          <ac:spMkLst>
            <pc:docMk/>
            <pc:sldMk cId="2021147687" sldId="275"/>
            <ac:spMk id="5" creationId="{F4912DBF-2B2F-7448-F713-3998A9E73761}"/>
          </ac:spMkLst>
        </pc:spChg>
        <pc:spChg chg="add del mod">
          <ac:chgData name="Tanja Mueller" userId="258f0390-be70-4e34-8cbb-1944e566f9a9" providerId="ADAL" clId="{603A3F2C-4C82-40B7-94EC-F2B13CE8D26F}" dt="2026-07-29T18:23:24.606" v="7712" actId="14100"/>
          <ac:spMkLst>
            <pc:docMk/>
            <pc:sldMk cId="2021147687" sldId="275"/>
            <ac:spMk id="6" creationId="{FD2A5208-C430-C139-8BD1-CEF1696EC467}"/>
          </ac:spMkLst>
        </pc:spChg>
        <pc:spChg chg="mod">
          <ac:chgData name="Tanja Mueller" userId="258f0390-be70-4e34-8cbb-1944e566f9a9" providerId="ADAL" clId="{603A3F2C-4C82-40B7-94EC-F2B13CE8D26F}" dt="2026-07-29T17:22:16.964" v="4924" actId="20577"/>
          <ac:spMkLst>
            <pc:docMk/>
            <pc:sldMk cId="2021147687" sldId="275"/>
            <ac:spMk id="11" creationId="{9D6127C4-650B-99BE-9C19-B0CC3CECD9D6}"/>
          </ac:spMkLst>
        </pc:spChg>
        <pc:spChg chg="add del mod">
          <ac:chgData name="Tanja Mueller" userId="258f0390-be70-4e34-8cbb-1944e566f9a9" providerId="ADAL" clId="{603A3F2C-4C82-40B7-94EC-F2B13CE8D26F}" dt="2026-07-29T17:25:13.020" v="5165" actId="1076"/>
          <ac:spMkLst>
            <pc:docMk/>
            <pc:sldMk cId="2021147687" sldId="275"/>
            <ac:spMk id="13" creationId="{DB71DFDF-80B8-3B8F-E161-047BBD72356C}"/>
          </ac:spMkLst>
        </pc:spChg>
        <pc:spChg chg="del">
          <ac:chgData name="Tanja Mueller" userId="258f0390-be70-4e34-8cbb-1944e566f9a9" providerId="ADAL" clId="{603A3F2C-4C82-40B7-94EC-F2B13CE8D26F}" dt="2026-07-29T17:41:14.599" v="6179" actId="478"/>
          <ac:spMkLst>
            <pc:docMk/>
            <pc:sldMk cId="2021147687" sldId="275"/>
            <ac:spMk id="14" creationId="{9B46E85C-D9D9-326C-60D3-EACF27154AC2}"/>
          </ac:spMkLst>
        </pc:spChg>
        <pc:spChg chg="del mod">
          <ac:chgData name="Tanja Mueller" userId="258f0390-be70-4e34-8cbb-1944e566f9a9" providerId="ADAL" clId="{603A3F2C-4C82-40B7-94EC-F2B13CE8D26F}" dt="2026-07-29T17:24:51.876" v="5159" actId="478"/>
          <ac:spMkLst>
            <pc:docMk/>
            <pc:sldMk cId="2021147687" sldId="275"/>
            <ac:spMk id="15" creationId="{72F42F1C-2C1A-9D13-B485-7AADEF4B103A}"/>
          </ac:spMkLst>
        </pc:spChg>
      </pc:sldChg>
      <pc:sldChg chg="modSp add mod">
        <pc:chgData name="Tanja Mueller" userId="258f0390-be70-4e34-8cbb-1944e566f9a9" providerId="ADAL" clId="{603A3F2C-4C82-40B7-94EC-F2B13CE8D26F}" dt="2026-07-29T17:27:05.556" v="5203" actId="255"/>
        <pc:sldMkLst>
          <pc:docMk/>
          <pc:sldMk cId="3821954991" sldId="276"/>
        </pc:sldMkLst>
        <pc:spChg chg="mod">
          <ac:chgData name="Tanja Mueller" userId="258f0390-be70-4e34-8cbb-1944e566f9a9" providerId="ADAL" clId="{603A3F2C-4C82-40B7-94EC-F2B13CE8D26F}" dt="2026-07-29T17:27:05.556" v="5203" actId="255"/>
          <ac:spMkLst>
            <pc:docMk/>
            <pc:sldMk cId="3821954991" sldId="276"/>
            <ac:spMk id="12" creationId="{2C32F799-CCAA-32B4-7DB4-2B157D79302B}"/>
          </ac:spMkLst>
        </pc:spChg>
      </pc:sldChg>
      <pc:sldChg chg="modSp add mod ord">
        <pc:chgData name="Tanja Mueller" userId="258f0390-be70-4e34-8cbb-1944e566f9a9" providerId="ADAL" clId="{603A3F2C-4C82-40B7-94EC-F2B13CE8D26F}" dt="2026-07-29T17:43:32.217" v="6441"/>
        <pc:sldMkLst>
          <pc:docMk/>
          <pc:sldMk cId="3568277991" sldId="277"/>
        </pc:sldMkLst>
        <pc:spChg chg="mod">
          <ac:chgData name="Tanja Mueller" userId="258f0390-be70-4e34-8cbb-1944e566f9a9" providerId="ADAL" clId="{603A3F2C-4C82-40B7-94EC-F2B13CE8D26F}" dt="2026-07-29T17:28:49.956" v="5245" actId="20577"/>
          <ac:spMkLst>
            <pc:docMk/>
            <pc:sldMk cId="3568277991" sldId="277"/>
            <ac:spMk id="11" creationId="{4CBD2E42-AC47-34C5-7A80-3A17CBFC0608}"/>
          </ac:spMkLst>
        </pc:spChg>
        <pc:spChg chg="mod">
          <ac:chgData name="Tanja Mueller" userId="258f0390-be70-4e34-8cbb-1944e566f9a9" providerId="ADAL" clId="{603A3F2C-4C82-40B7-94EC-F2B13CE8D26F}" dt="2026-07-29T17:43:32.217" v="6441"/>
          <ac:spMkLst>
            <pc:docMk/>
            <pc:sldMk cId="3568277991" sldId="277"/>
            <ac:spMk id="12" creationId="{A91B4FD0-E314-D26F-0E18-ECA13963BAC8}"/>
          </ac:spMkLst>
        </pc:spChg>
      </pc:sldChg>
      <pc:sldChg chg="modSp add mod">
        <pc:chgData name="Tanja Mueller" userId="258f0390-be70-4e34-8cbb-1944e566f9a9" providerId="ADAL" clId="{603A3F2C-4C82-40B7-94EC-F2B13CE8D26F}" dt="2026-07-29T17:58:28.214" v="7472" actId="20577"/>
        <pc:sldMkLst>
          <pc:docMk/>
          <pc:sldMk cId="1595355342" sldId="278"/>
        </pc:sldMkLst>
        <pc:spChg chg="mod">
          <ac:chgData name="Tanja Mueller" userId="258f0390-be70-4e34-8cbb-1944e566f9a9" providerId="ADAL" clId="{603A3F2C-4C82-40B7-94EC-F2B13CE8D26F}" dt="2026-07-29T17:43:49.284" v="6479" actId="20577"/>
          <ac:spMkLst>
            <pc:docMk/>
            <pc:sldMk cId="1595355342" sldId="278"/>
            <ac:spMk id="11" creationId="{B770A17E-D023-EFB8-6E70-B95890BBCDE1}"/>
          </ac:spMkLst>
        </pc:spChg>
        <pc:spChg chg="mod">
          <ac:chgData name="Tanja Mueller" userId="258f0390-be70-4e34-8cbb-1944e566f9a9" providerId="ADAL" clId="{603A3F2C-4C82-40B7-94EC-F2B13CE8D26F}" dt="2026-07-29T17:58:28.214" v="7472" actId="20577"/>
          <ac:spMkLst>
            <pc:docMk/>
            <pc:sldMk cId="1595355342" sldId="278"/>
            <ac:spMk id="12" creationId="{0F33FC91-3CF4-8862-C784-A523AB7E485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A75BC9-DFFC-4845-AE9B-6298022A2A27}" type="doc">
      <dgm:prSet loTypeId="urn:microsoft.com/office/officeart/2005/8/layout/arrow6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14A3107A-2567-48AF-9DC2-28BA22AA5E31}">
      <dgm:prSet phldrT="[Text]" phldr="0"/>
      <dgm:spPr/>
      <dgm:t>
        <a:bodyPr/>
        <a:lstStyle/>
        <a:p>
          <a:r>
            <a:rPr lang="en-GB" b="1" dirty="0">
              <a:solidFill>
                <a:schemeClr val="tx1"/>
              </a:solidFill>
            </a:rPr>
            <a:t>Numbers</a:t>
          </a:r>
        </a:p>
      </dgm:t>
    </dgm:pt>
    <dgm:pt modelId="{69BF82BC-64D0-4132-A435-A96D0CFEEFA9}" type="parTrans" cxnId="{200978F2-D147-46D4-BA8A-1DE9636CC3D1}">
      <dgm:prSet/>
      <dgm:spPr/>
      <dgm:t>
        <a:bodyPr/>
        <a:lstStyle/>
        <a:p>
          <a:endParaRPr lang="en-GB"/>
        </a:p>
      </dgm:t>
    </dgm:pt>
    <dgm:pt modelId="{8D6D3C39-B021-459D-8320-2D9D6E9E0EBD}" type="sibTrans" cxnId="{200978F2-D147-46D4-BA8A-1DE9636CC3D1}">
      <dgm:prSet/>
      <dgm:spPr/>
      <dgm:t>
        <a:bodyPr/>
        <a:lstStyle/>
        <a:p>
          <a:endParaRPr lang="en-GB"/>
        </a:p>
      </dgm:t>
    </dgm:pt>
    <dgm:pt modelId="{2A40C76A-C691-47B8-B418-3642964D2268}">
      <dgm:prSet phldrT="[Text]" phldr="0"/>
      <dgm:spPr/>
      <dgm:t>
        <a:bodyPr/>
        <a:lstStyle/>
        <a:p>
          <a:r>
            <a:rPr lang="en-GB" b="1" dirty="0">
              <a:solidFill>
                <a:schemeClr val="tx1"/>
              </a:solidFill>
            </a:rPr>
            <a:t>Text/experiences</a:t>
          </a:r>
        </a:p>
      </dgm:t>
    </dgm:pt>
    <dgm:pt modelId="{E9029182-5A05-4C78-905E-8A3F1E1063BA}" type="parTrans" cxnId="{EAABC72F-9E51-4365-8042-B12B29523D71}">
      <dgm:prSet/>
      <dgm:spPr/>
      <dgm:t>
        <a:bodyPr/>
        <a:lstStyle/>
        <a:p>
          <a:endParaRPr lang="en-GB"/>
        </a:p>
      </dgm:t>
    </dgm:pt>
    <dgm:pt modelId="{06B8CF0D-3838-4F97-9A09-C813B8958A6C}" type="sibTrans" cxnId="{EAABC72F-9E51-4365-8042-B12B29523D71}">
      <dgm:prSet/>
      <dgm:spPr/>
      <dgm:t>
        <a:bodyPr/>
        <a:lstStyle/>
        <a:p>
          <a:endParaRPr lang="en-GB"/>
        </a:p>
      </dgm:t>
    </dgm:pt>
    <dgm:pt modelId="{59CD67E6-3F2E-4D00-9979-948F4918C5AD}" type="pres">
      <dgm:prSet presAssocID="{F3A75BC9-DFFC-4845-AE9B-6298022A2A27}" presName="compositeShape" presStyleCnt="0">
        <dgm:presLayoutVars>
          <dgm:chMax val="2"/>
          <dgm:dir/>
          <dgm:resizeHandles val="exact"/>
        </dgm:presLayoutVars>
      </dgm:prSet>
      <dgm:spPr/>
    </dgm:pt>
    <dgm:pt modelId="{1A4A472C-B22C-41F2-9B88-C5768619380B}" type="pres">
      <dgm:prSet presAssocID="{F3A75BC9-DFFC-4845-AE9B-6298022A2A27}" presName="ribbon" presStyleLbl="node1" presStyleIdx="0" presStyleCnt="1" custLinFactNeighborX="-3111" custLinFactNeighborY="-1195"/>
      <dgm:spPr/>
    </dgm:pt>
    <dgm:pt modelId="{EE70984D-8AC0-4ACD-AE25-07BF40B67AF7}" type="pres">
      <dgm:prSet presAssocID="{F3A75BC9-DFFC-4845-AE9B-6298022A2A27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2E800E88-0429-42AC-BE29-53BF6478843A}" type="pres">
      <dgm:prSet presAssocID="{F3A75BC9-DFFC-4845-AE9B-6298022A2A27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AABC72F-9E51-4365-8042-B12B29523D71}" srcId="{F3A75BC9-DFFC-4845-AE9B-6298022A2A27}" destId="{2A40C76A-C691-47B8-B418-3642964D2268}" srcOrd="1" destOrd="0" parTransId="{E9029182-5A05-4C78-905E-8A3F1E1063BA}" sibTransId="{06B8CF0D-3838-4F97-9A09-C813B8958A6C}"/>
    <dgm:cxn modelId="{27DBFA32-38A8-42B0-9D91-BD895A611893}" type="presOf" srcId="{F3A75BC9-DFFC-4845-AE9B-6298022A2A27}" destId="{59CD67E6-3F2E-4D00-9979-948F4918C5AD}" srcOrd="0" destOrd="0" presId="urn:microsoft.com/office/officeart/2005/8/layout/arrow6"/>
    <dgm:cxn modelId="{4F1CEC34-2210-4218-9107-6CB999EC4116}" type="presOf" srcId="{2A40C76A-C691-47B8-B418-3642964D2268}" destId="{2E800E88-0429-42AC-BE29-53BF6478843A}" srcOrd="0" destOrd="0" presId="urn:microsoft.com/office/officeart/2005/8/layout/arrow6"/>
    <dgm:cxn modelId="{554E21A1-069D-41A2-AAE7-3C20B101ECEC}" type="presOf" srcId="{14A3107A-2567-48AF-9DC2-28BA22AA5E31}" destId="{EE70984D-8AC0-4ACD-AE25-07BF40B67AF7}" srcOrd="0" destOrd="0" presId="urn:microsoft.com/office/officeart/2005/8/layout/arrow6"/>
    <dgm:cxn modelId="{200978F2-D147-46D4-BA8A-1DE9636CC3D1}" srcId="{F3A75BC9-DFFC-4845-AE9B-6298022A2A27}" destId="{14A3107A-2567-48AF-9DC2-28BA22AA5E31}" srcOrd="0" destOrd="0" parTransId="{69BF82BC-64D0-4132-A435-A96D0CFEEFA9}" sibTransId="{8D6D3C39-B021-459D-8320-2D9D6E9E0EBD}"/>
    <dgm:cxn modelId="{1BFCFFC7-3D95-4AC4-9315-5C690B7DD812}" type="presParOf" srcId="{59CD67E6-3F2E-4D00-9979-948F4918C5AD}" destId="{1A4A472C-B22C-41F2-9B88-C5768619380B}" srcOrd="0" destOrd="0" presId="urn:microsoft.com/office/officeart/2005/8/layout/arrow6"/>
    <dgm:cxn modelId="{D8BA7E44-4696-4D13-90D6-C865B46B677D}" type="presParOf" srcId="{59CD67E6-3F2E-4D00-9979-948F4918C5AD}" destId="{EE70984D-8AC0-4ACD-AE25-07BF40B67AF7}" srcOrd="1" destOrd="0" presId="urn:microsoft.com/office/officeart/2005/8/layout/arrow6"/>
    <dgm:cxn modelId="{4BCE40E7-6329-4A2A-9202-A08BB78684FF}" type="presParOf" srcId="{59CD67E6-3F2E-4D00-9979-948F4918C5AD}" destId="{2E800E88-0429-42AC-BE29-53BF6478843A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F72790-4B4C-41C6-8A57-B35EC8E4EEB7}" type="doc">
      <dgm:prSet loTypeId="urn:microsoft.com/office/officeart/2005/8/layout/hList1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GB"/>
        </a:p>
      </dgm:t>
    </dgm:pt>
    <dgm:pt modelId="{77314265-016D-41B2-A8B0-42E241CDE13C}">
      <dgm:prSet phldrT="[Text]" phldr="0" custT="1"/>
      <dgm:spPr/>
      <dgm:t>
        <a:bodyPr/>
        <a:lstStyle/>
        <a:p>
          <a:r>
            <a:rPr lang="en-GB" sz="4400" b="1" dirty="0">
              <a:solidFill>
                <a:schemeClr val="tx1"/>
              </a:solidFill>
            </a:rPr>
            <a:t>Interviews</a:t>
          </a:r>
        </a:p>
      </dgm:t>
    </dgm:pt>
    <dgm:pt modelId="{7420B51D-F682-4532-8CF7-6047C886A3EA}" type="parTrans" cxnId="{85776893-785C-4CAA-9C89-0E1E3D9B30C8}">
      <dgm:prSet/>
      <dgm:spPr/>
      <dgm:t>
        <a:bodyPr/>
        <a:lstStyle/>
        <a:p>
          <a:endParaRPr lang="en-GB"/>
        </a:p>
      </dgm:t>
    </dgm:pt>
    <dgm:pt modelId="{8531B77C-6141-4C71-8AA0-5B8425067147}" type="sibTrans" cxnId="{85776893-785C-4CAA-9C89-0E1E3D9B30C8}">
      <dgm:prSet/>
      <dgm:spPr/>
      <dgm:t>
        <a:bodyPr/>
        <a:lstStyle/>
        <a:p>
          <a:endParaRPr lang="en-GB"/>
        </a:p>
      </dgm:t>
    </dgm:pt>
    <dgm:pt modelId="{DD15D511-36E1-4DD2-9184-587081D04B40}">
      <dgm:prSet phldrT="[Text]" phldr="0" custT="1"/>
      <dgm:spPr/>
      <dgm:t>
        <a:bodyPr/>
        <a:lstStyle/>
        <a:p>
          <a:r>
            <a:rPr lang="en-GB" sz="4000" b="1" dirty="0">
              <a:solidFill>
                <a:schemeClr val="tx1"/>
              </a:solidFill>
            </a:rPr>
            <a:t>Focus groups</a:t>
          </a:r>
        </a:p>
      </dgm:t>
    </dgm:pt>
    <dgm:pt modelId="{89EA1D9E-AB47-4F56-8363-A47817CD5809}" type="parTrans" cxnId="{B20FD5C5-9874-4BEA-9D1E-419C522C0F03}">
      <dgm:prSet/>
      <dgm:spPr/>
      <dgm:t>
        <a:bodyPr/>
        <a:lstStyle/>
        <a:p>
          <a:endParaRPr lang="en-GB"/>
        </a:p>
      </dgm:t>
    </dgm:pt>
    <dgm:pt modelId="{E8DF2018-4B0C-4287-850F-62AEE056F383}" type="sibTrans" cxnId="{B20FD5C5-9874-4BEA-9D1E-419C522C0F03}">
      <dgm:prSet/>
      <dgm:spPr/>
      <dgm:t>
        <a:bodyPr/>
        <a:lstStyle/>
        <a:p>
          <a:endParaRPr lang="en-GB"/>
        </a:p>
      </dgm:t>
    </dgm:pt>
    <dgm:pt modelId="{E9B8236D-709D-41AA-A1D7-ADFE7AC30147}">
      <dgm:prSet phldrT="[Text]" phldr="0" custT="1"/>
      <dgm:spPr/>
      <dgm:t>
        <a:bodyPr/>
        <a:lstStyle/>
        <a:p>
          <a:r>
            <a:rPr lang="en-GB" sz="4400" b="1" dirty="0">
              <a:solidFill>
                <a:schemeClr val="tx1"/>
              </a:solidFill>
            </a:rPr>
            <a:t>Open-ended questionnaire</a:t>
          </a:r>
        </a:p>
      </dgm:t>
    </dgm:pt>
    <dgm:pt modelId="{3AF77C68-4EBE-48F9-90A6-D88EB52338D8}" type="parTrans" cxnId="{9ABBD5C0-BE6B-4DE4-B06C-79E63161CE7D}">
      <dgm:prSet/>
      <dgm:spPr/>
      <dgm:t>
        <a:bodyPr/>
        <a:lstStyle/>
        <a:p>
          <a:endParaRPr lang="en-GB"/>
        </a:p>
      </dgm:t>
    </dgm:pt>
    <dgm:pt modelId="{DD83F429-70D1-4986-95C4-D04C512D81B9}" type="sibTrans" cxnId="{9ABBD5C0-BE6B-4DE4-B06C-79E63161CE7D}">
      <dgm:prSet/>
      <dgm:spPr/>
      <dgm:t>
        <a:bodyPr/>
        <a:lstStyle/>
        <a:p>
          <a:endParaRPr lang="en-GB"/>
        </a:p>
      </dgm:t>
    </dgm:pt>
    <dgm:pt modelId="{6B58191D-BAE1-489E-A0E1-D5E98105A825}">
      <dgm:prSet custT="1"/>
      <dgm:spPr/>
      <dgm:t>
        <a:bodyPr/>
        <a:lstStyle/>
        <a:p>
          <a:r>
            <a:rPr lang="en-GB" sz="4000" dirty="0"/>
            <a:t>One-to-one</a:t>
          </a:r>
        </a:p>
      </dgm:t>
    </dgm:pt>
    <dgm:pt modelId="{26BE576A-CEA5-4B31-A437-D16D9B789E74}" type="parTrans" cxnId="{BC5F344C-40CF-438C-9D7C-6A1669F50D66}">
      <dgm:prSet/>
      <dgm:spPr/>
      <dgm:t>
        <a:bodyPr/>
        <a:lstStyle/>
        <a:p>
          <a:endParaRPr lang="en-GB"/>
        </a:p>
      </dgm:t>
    </dgm:pt>
    <dgm:pt modelId="{E41BC47C-4ED9-48BC-A61C-2C4E05F5573A}" type="sibTrans" cxnId="{BC5F344C-40CF-438C-9D7C-6A1669F50D66}">
      <dgm:prSet/>
      <dgm:spPr/>
      <dgm:t>
        <a:bodyPr/>
        <a:lstStyle/>
        <a:p>
          <a:endParaRPr lang="en-GB"/>
        </a:p>
      </dgm:t>
    </dgm:pt>
    <dgm:pt modelId="{0494B80E-CE94-4CBD-B417-B220906926AC}">
      <dgm:prSet custT="1"/>
      <dgm:spPr/>
      <dgm:t>
        <a:bodyPr/>
        <a:lstStyle/>
        <a:p>
          <a:r>
            <a:rPr lang="en-GB" sz="4000" dirty="0"/>
            <a:t>In-depth subjective opinions</a:t>
          </a:r>
        </a:p>
      </dgm:t>
    </dgm:pt>
    <dgm:pt modelId="{4716D289-FC0B-4107-9D15-6A6F4B430B74}" type="parTrans" cxnId="{7FB98919-A095-4E48-ACDA-9CC627BC2484}">
      <dgm:prSet/>
      <dgm:spPr/>
      <dgm:t>
        <a:bodyPr/>
        <a:lstStyle/>
        <a:p>
          <a:endParaRPr lang="en-GB"/>
        </a:p>
      </dgm:t>
    </dgm:pt>
    <dgm:pt modelId="{1A31561E-A73D-4E2E-90BE-4F4065B4BE8F}" type="sibTrans" cxnId="{7FB98919-A095-4E48-ACDA-9CC627BC2484}">
      <dgm:prSet/>
      <dgm:spPr/>
      <dgm:t>
        <a:bodyPr/>
        <a:lstStyle/>
        <a:p>
          <a:endParaRPr lang="en-GB"/>
        </a:p>
      </dgm:t>
    </dgm:pt>
    <dgm:pt modelId="{0A8ACDEF-85D3-444A-8142-A1399FF5EFD3}">
      <dgm:prSet custT="1"/>
      <dgm:spPr/>
      <dgm:t>
        <a:bodyPr/>
        <a:lstStyle/>
        <a:p>
          <a:r>
            <a:rPr lang="en-GB" sz="4000" dirty="0"/>
            <a:t>Sensitive topics</a:t>
          </a:r>
        </a:p>
      </dgm:t>
    </dgm:pt>
    <dgm:pt modelId="{60701B3B-679C-4494-9541-4265982FB55D}" type="parTrans" cxnId="{AC40280D-C2F6-4953-B0ED-C22241C8F612}">
      <dgm:prSet/>
      <dgm:spPr/>
      <dgm:t>
        <a:bodyPr/>
        <a:lstStyle/>
        <a:p>
          <a:endParaRPr lang="en-GB"/>
        </a:p>
      </dgm:t>
    </dgm:pt>
    <dgm:pt modelId="{82739820-02B1-4BB9-98CF-65ACDDA9DB64}" type="sibTrans" cxnId="{AC40280D-C2F6-4953-B0ED-C22241C8F612}">
      <dgm:prSet/>
      <dgm:spPr/>
      <dgm:t>
        <a:bodyPr/>
        <a:lstStyle/>
        <a:p>
          <a:endParaRPr lang="en-GB"/>
        </a:p>
      </dgm:t>
    </dgm:pt>
    <dgm:pt modelId="{01FC4D8C-7FE7-44EC-93EE-952216D4ED47}">
      <dgm:prSet custT="1"/>
      <dgm:spPr/>
      <dgm:t>
        <a:bodyPr/>
        <a:lstStyle/>
        <a:p>
          <a:r>
            <a:rPr lang="en-GB" sz="4000" dirty="0"/>
            <a:t>Group of people</a:t>
          </a:r>
        </a:p>
      </dgm:t>
    </dgm:pt>
    <dgm:pt modelId="{F4589D87-88BE-4A38-86E7-4C2BB798ED26}" type="parTrans" cxnId="{7199059C-83FA-4251-8B35-0AE02B7A7F5A}">
      <dgm:prSet/>
      <dgm:spPr/>
      <dgm:t>
        <a:bodyPr/>
        <a:lstStyle/>
        <a:p>
          <a:endParaRPr lang="en-GB"/>
        </a:p>
      </dgm:t>
    </dgm:pt>
    <dgm:pt modelId="{3D64D8C1-6199-4373-A205-FA8F3DC49546}" type="sibTrans" cxnId="{7199059C-83FA-4251-8B35-0AE02B7A7F5A}">
      <dgm:prSet/>
      <dgm:spPr/>
      <dgm:t>
        <a:bodyPr/>
        <a:lstStyle/>
        <a:p>
          <a:endParaRPr lang="en-GB"/>
        </a:p>
      </dgm:t>
    </dgm:pt>
    <dgm:pt modelId="{F682A743-D05F-479B-93DA-0B1C91590DE8}">
      <dgm:prSet custT="1"/>
      <dgm:spPr/>
      <dgm:t>
        <a:bodyPr/>
        <a:lstStyle/>
        <a:p>
          <a:r>
            <a:rPr lang="en-GB" sz="4000" dirty="0"/>
            <a:t>In-depth subjective opinions, social interaction</a:t>
          </a:r>
        </a:p>
      </dgm:t>
    </dgm:pt>
    <dgm:pt modelId="{B3FE49FC-4843-4978-9E8C-FB6863DFF696}" type="parTrans" cxnId="{CF5F5802-CDEB-4A8B-AF6A-1E9224C010BD}">
      <dgm:prSet/>
      <dgm:spPr/>
      <dgm:t>
        <a:bodyPr/>
        <a:lstStyle/>
        <a:p>
          <a:endParaRPr lang="en-GB"/>
        </a:p>
      </dgm:t>
    </dgm:pt>
    <dgm:pt modelId="{1EE50CEB-6A0E-4B6A-9431-1AF7FB27B726}" type="sibTrans" cxnId="{CF5F5802-CDEB-4A8B-AF6A-1E9224C010BD}">
      <dgm:prSet/>
      <dgm:spPr/>
      <dgm:t>
        <a:bodyPr/>
        <a:lstStyle/>
        <a:p>
          <a:endParaRPr lang="en-GB"/>
        </a:p>
      </dgm:t>
    </dgm:pt>
    <dgm:pt modelId="{672F9C21-AD18-4F82-85E3-565AF79C2B82}">
      <dgm:prSet custT="1"/>
      <dgm:spPr/>
      <dgm:t>
        <a:bodyPr/>
        <a:lstStyle/>
        <a:p>
          <a:r>
            <a:rPr lang="en-GB" sz="4000" dirty="0"/>
            <a:t>Differences/ similarities</a:t>
          </a:r>
        </a:p>
      </dgm:t>
    </dgm:pt>
    <dgm:pt modelId="{A62C9417-7FDC-4243-A38C-602BE110B340}" type="parTrans" cxnId="{E341AE50-4D43-4E9A-BCCF-A3ACC719B854}">
      <dgm:prSet/>
      <dgm:spPr/>
      <dgm:t>
        <a:bodyPr/>
        <a:lstStyle/>
        <a:p>
          <a:endParaRPr lang="en-GB"/>
        </a:p>
      </dgm:t>
    </dgm:pt>
    <dgm:pt modelId="{4CC7B0F5-A46D-453A-8526-3D99A09B990F}" type="sibTrans" cxnId="{E341AE50-4D43-4E9A-BCCF-A3ACC719B854}">
      <dgm:prSet/>
      <dgm:spPr/>
      <dgm:t>
        <a:bodyPr/>
        <a:lstStyle/>
        <a:p>
          <a:endParaRPr lang="en-GB"/>
        </a:p>
      </dgm:t>
    </dgm:pt>
    <dgm:pt modelId="{8BB97BB0-8607-4529-88EE-E4468E9A5906}">
      <dgm:prSet custT="1"/>
      <dgm:spPr/>
      <dgm:t>
        <a:bodyPr/>
        <a:lstStyle/>
        <a:p>
          <a:r>
            <a:rPr lang="en-GB" sz="4000" dirty="0"/>
            <a:t>Large(-</a:t>
          </a:r>
          <a:r>
            <a:rPr lang="en-GB" sz="4000" dirty="0" err="1"/>
            <a:t>ish</a:t>
          </a:r>
          <a:r>
            <a:rPr lang="en-GB" sz="4000" dirty="0"/>
            <a:t>) sample size, can be across geographies</a:t>
          </a:r>
        </a:p>
      </dgm:t>
    </dgm:pt>
    <dgm:pt modelId="{DE13179A-80A2-4046-8CAD-B2C1C7919F88}" type="parTrans" cxnId="{055116E1-B9DA-484E-8F98-84092B017212}">
      <dgm:prSet/>
      <dgm:spPr/>
      <dgm:t>
        <a:bodyPr/>
        <a:lstStyle/>
        <a:p>
          <a:endParaRPr lang="en-GB"/>
        </a:p>
      </dgm:t>
    </dgm:pt>
    <dgm:pt modelId="{7D803D50-C590-4D9B-BCA1-6936D381F690}" type="sibTrans" cxnId="{055116E1-B9DA-484E-8F98-84092B017212}">
      <dgm:prSet/>
      <dgm:spPr/>
      <dgm:t>
        <a:bodyPr/>
        <a:lstStyle/>
        <a:p>
          <a:endParaRPr lang="en-GB"/>
        </a:p>
      </dgm:t>
    </dgm:pt>
    <dgm:pt modelId="{558F0C04-40CB-4217-8627-D8C87FFFEA9A}">
      <dgm:prSet custT="1"/>
      <dgm:spPr/>
      <dgm:t>
        <a:bodyPr/>
        <a:lstStyle/>
        <a:p>
          <a:r>
            <a:rPr lang="en-GB" sz="4000" dirty="0"/>
            <a:t>Offers anonymity</a:t>
          </a:r>
        </a:p>
      </dgm:t>
    </dgm:pt>
    <dgm:pt modelId="{D5936C75-3FEC-4E22-AA8D-03D036419F94}" type="parTrans" cxnId="{556CD7C8-4D18-4C90-856D-CD6E272A859E}">
      <dgm:prSet/>
      <dgm:spPr/>
      <dgm:t>
        <a:bodyPr/>
        <a:lstStyle/>
        <a:p>
          <a:endParaRPr lang="en-GB"/>
        </a:p>
      </dgm:t>
    </dgm:pt>
    <dgm:pt modelId="{380851C4-4827-4E0E-858A-ED3529F4F7C4}" type="sibTrans" cxnId="{556CD7C8-4D18-4C90-856D-CD6E272A859E}">
      <dgm:prSet/>
      <dgm:spPr/>
      <dgm:t>
        <a:bodyPr/>
        <a:lstStyle/>
        <a:p>
          <a:endParaRPr lang="en-GB"/>
        </a:p>
      </dgm:t>
    </dgm:pt>
    <dgm:pt modelId="{7B4ECF35-584E-4886-991C-20EF03645FA0}">
      <dgm:prSet custT="1"/>
      <dgm:spPr/>
      <dgm:t>
        <a:bodyPr/>
        <a:lstStyle/>
        <a:p>
          <a:r>
            <a:rPr lang="en-GB" sz="4000" dirty="0"/>
            <a:t>Less in-depth</a:t>
          </a:r>
        </a:p>
      </dgm:t>
    </dgm:pt>
    <dgm:pt modelId="{B9F9BFFD-BB38-4B2D-B7C5-6A13834129EE}" type="parTrans" cxnId="{16917DD4-E5D9-41B1-8FF0-C38AAE7D794A}">
      <dgm:prSet/>
      <dgm:spPr/>
      <dgm:t>
        <a:bodyPr/>
        <a:lstStyle/>
        <a:p>
          <a:endParaRPr lang="en-GB"/>
        </a:p>
      </dgm:t>
    </dgm:pt>
    <dgm:pt modelId="{F17B2A37-0520-435B-BF09-64EF82898FB9}" type="sibTrans" cxnId="{16917DD4-E5D9-41B1-8FF0-C38AAE7D794A}">
      <dgm:prSet/>
      <dgm:spPr/>
      <dgm:t>
        <a:bodyPr/>
        <a:lstStyle/>
        <a:p>
          <a:endParaRPr lang="en-GB"/>
        </a:p>
      </dgm:t>
    </dgm:pt>
    <dgm:pt modelId="{E53D9116-D94F-4A47-AABC-AA78F50FD348}" type="pres">
      <dgm:prSet presAssocID="{C6F72790-4B4C-41C6-8A57-B35EC8E4EEB7}" presName="Name0" presStyleCnt="0">
        <dgm:presLayoutVars>
          <dgm:dir/>
          <dgm:animLvl val="lvl"/>
          <dgm:resizeHandles val="exact"/>
        </dgm:presLayoutVars>
      </dgm:prSet>
      <dgm:spPr/>
    </dgm:pt>
    <dgm:pt modelId="{6A431F82-E8CA-4A81-AE52-CAE0250A0143}" type="pres">
      <dgm:prSet presAssocID="{77314265-016D-41B2-A8B0-42E241CDE13C}" presName="composite" presStyleCnt="0"/>
      <dgm:spPr/>
    </dgm:pt>
    <dgm:pt modelId="{F0DD8BC2-4FB6-40E0-A11E-C4B6A5F39117}" type="pres">
      <dgm:prSet presAssocID="{77314265-016D-41B2-A8B0-42E241CDE13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F714439-31F4-42D4-841F-AB054D28B9B5}" type="pres">
      <dgm:prSet presAssocID="{77314265-016D-41B2-A8B0-42E241CDE13C}" presName="desTx" presStyleLbl="alignAccFollowNode1" presStyleIdx="0" presStyleCnt="3">
        <dgm:presLayoutVars>
          <dgm:bulletEnabled val="1"/>
        </dgm:presLayoutVars>
      </dgm:prSet>
      <dgm:spPr/>
    </dgm:pt>
    <dgm:pt modelId="{C9277B20-22FE-4AD9-A604-A8D3B284941B}" type="pres">
      <dgm:prSet presAssocID="{8531B77C-6141-4C71-8AA0-5B8425067147}" presName="space" presStyleCnt="0"/>
      <dgm:spPr/>
    </dgm:pt>
    <dgm:pt modelId="{460A7AF5-E0E9-436E-8E83-7CA64CDB7C2C}" type="pres">
      <dgm:prSet presAssocID="{DD15D511-36E1-4DD2-9184-587081D04B40}" presName="composite" presStyleCnt="0"/>
      <dgm:spPr/>
    </dgm:pt>
    <dgm:pt modelId="{5F32472A-9E3C-4414-83F1-EDA25F6D7376}" type="pres">
      <dgm:prSet presAssocID="{DD15D511-36E1-4DD2-9184-587081D04B4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6170B7D-4C89-4E39-B2B7-D912499ECF24}" type="pres">
      <dgm:prSet presAssocID="{DD15D511-36E1-4DD2-9184-587081D04B40}" presName="desTx" presStyleLbl="alignAccFollowNode1" presStyleIdx="1" presStyleCnt="3">
        <dgm:presLayoutVars>
          <dgm:bulletEnabled val="1"/>
        </dgm:presLayoutVars>
      </dgm:prSet>
      <dgm:spPr/>
    </dgm:pt>
    <dgm:pt modelId="{35F4512F-D822-49FE-A64C-CC242C83D22D}" type="pres">
      <dgm:prSet presAssocID="{E8DF2018-4B0C-4287-850F-62AEE056F383}" presName="space" presStyleCnt="0"/>
      <dgm:spPr/>
    </dgm:pt>
    <dgm:pt modelId="{D4DE7EBD-3064-46BB-8C0A-5CEFC5C04D84}" type="pres">
      <dgm:prSet presAssocID="{E9B8236D-709D-41AA-A1D7-ADFE7AC30147}" presName="composite" presStyleCnt="0"/>
      <dgm:spPr/>
    </dgm:pt>
    <dgm:pt modelId="{4CAD4ACA-E36E-407D-BF5C-383C9D5A1089}" type="pres">
      <dgm:prSet presAssocID="{E9B8236D-709D-41AA-A1D7-ADFE7AC3014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92AE4F1-2005-426B-A9B5-5A5914B8CDA8}" type="pres">
      <dgm:prSet presAssocID="{E9B8236D-709D-41AA-A1D7-ADFE7AC30147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CF5F5802-CDEB-4A8B-AF6A-1E9224C010BD}" srcId="{DD15D511-36E1-4DD2-9184-587081D04B40}" destId="{F682A743-D05F-479B-93DA-0B1C91590DE8}" srcOrd="1" destOrd="0" parTransId="{B3FE49FC-4843-4978-9E8C-FB6863DFF696}" sibTransId="{1EE50CEB-6A0E-4B6A-9431-1AF7FB27B726}"/>
    <dgm:cxn modelId="{AC40280D-C2F6-4953-B0ED-C22241C8F612}" srcId="{77314265-016D-41B2-A8B0-42E241CDE13C}" destId="{0A8ACDEF-85D3-444A-8142-A1399FF5EFD3}" srcOrd="2" destOrd="0" parTransId="{60701B3B-679C-4494-9541-4265982FB55D}" sibTransId="{82739820-02B1-4BB9-98CF-65ACDDA9DB64}"/>
    <dgm:cxn modelId="{821A8816-09BC-4C12-A420-4667AE699E48}" type="presOf" srcId="{0494B80E-CE94-4CBD-B417-B220906926AC}" destId="{EF714439-31F4-42D4-841F-AB054D28B9B5}" srcOrd="0" destOrd="1" presId="urn:microsoft.com/office/officeart/2005/8/layout/hList1"/>
    <dgm:cxn modelId="{7FB98919-A095-4E48-ACDA-9CC627BC2484}" srcId="{77314265-016D-41B2-A8B0-42E241CDE13C}" destId="{0494B80E-CE94-4CBD-B417-B220906926AC}" srcOrd="1" destOrd="0" parTransId="{4716D289-FC0B-4107-9D15-6A6F4B430B74}" sibTransId="{1A31561E-A73D-4E2E-90BE-4F4065B4BE8F}"/>
    <dgm:cxn modelId="{29B58620-C5AC-43D6-A1E7-278121657932}" type="presOf" srcId="{C6F72790-4B4C-41C6-8A57-B35EC8E4EEB7}" destId="{E53D9116-D94F-4A47-AABC-AA78F50FD348}" srcOrd="0" destOrd="0" presId="urn:microsoft.com/office/officeart/2005/8/layout/hList1"/>
    <dgm:cxn modelId="{DFE19722-C7C4-400A-96DF-BE63D9F0208C}" type="presOf" srcId="{558F0C04-40CB-4217-8627-D8C87FFFEA9A}" destId="{692AE4F1-2005-426B-A9B5-5A5914B8CDA8}" srcOrd="0" destOrd="2" presId="urn:microsoft.com/office/officeart/2005/8/layout/hList1"/>
    <dgm:cxn modelId="{B9C53928-07BA-4B5B-8A61-3EE2A82B6553}" type="presOf" srcId="{DD15D511-36E1-4DD2-9184-587081D04B40}" destId="{5F32472A-9E3C-4414-83F1-EDA25F6D7376}" srcOrd="0" destOrd="0" presId="urn:microsoft.com/office/officeart/2005/8/layout/hList1"/>
    <dgm:cxn modelId="{BA19082D-1227-428A-B971-4D540829570D}" type="presOf" srcId="{6B58191D-BAE1-489E-A0E1-D5E98105A825}" destId="{EF714439-31F4-42D4-841F-AB054D28B9B5}" srcOrd="0" destOrd="0" presId="urn:microsoft.com/office/officeart/2005/8/layout/hList1"/>
    <dgm:cxn modelId="{887F1538-B13B-4601-A815-16A8FCEEFC97}" type="presOf" srcId="{E9B8236D-709D-41AA-A1D7-ADFE7AC30147}" destId="{4CAD4ACA-E36E-407D-BF5C-383C9D5A1089}" srcOrd="0" destOrd="0" presId="urn:microsoft.com/office/officeart/2005/8/layout/hList1"/>
    <dgm:cxn modelId="{9D016062-5FC2-4768-B244-4825A1CD3CEC}" type="presOf" srcId="{0A8ACDEF-85D3-444A-8142-A1399FF5EFD3}" destId="{EF714439-31F4-42D4-841F-AB054D28B9B5}" srcOrd="0" destOrd="2" presId="urn:microsoft.com/office/officeart/2005/8/layout/hList1"/>
    <dgm:cxn modelId="{BC5F344C-40CF-438C-9D7C-6A1669F50D66}" srcId="{77314265-016D-41B2-A8B0-42E241CDE13C}" destId="{6B58191D-BAE1-489E-A0E1-D5E98105A825}" srcOrd="0" destOrd="0" parTransId="{26BE576A-CEA5-4B31-A437-D16D9B789E74}" sibTransId="{E41BC47C-4ED9-48BC-A61C-2C4E05F5573A}"/>
    <dgm:cxn modelId="{E341AE50-4D43-4E9A-BCCF-A3ACC719B854}" srcId="{DD15D511-36E1-4DD2-9184-587081D04B40}" destId="{672F9C21-AD18-4F82-85E3-565AF79C2B82}" srcOrd="2" destOrd="0" parTransId="{A62C9417-7FDC-4243-A38C-602BE110B340}" sibTransId="{4CC7B0F5-A46D-453A-8526-3D99A09B990F}"/>
    <dgm:cxn modelId="{4525F386-99ED-4632-AFE1-80F797CC4D55}" type="presOf" srcId="{F682A743-D05F-479B-93DA-0B1C91590DE8}" destId="{66170B7D-4C89-4E39-B2B7-D912499ECF24}" srcOrd="0" destOrd="1" presId="urn:microsoft.com/office/officeart/2005/8/layout/hList1"/>
    <dgm:cxn modelId="{85776893-785C-4CAA-9C89-0E1E3D9B30C8}" srcId="{C6F72790-4B4C-41C6-8A57-B35EC8E4EEB7}" destId="{77314265-016D-41B2-A8B0-42E241CDE13C}" srcOrd="0" destOrd="0" parTransId="{7420B51D-F682-4532-8CF7-6047C886A3EA}" sibTransId="{8531B77C-6141-4C71-8AA0-5B8425067147}"/>
    <dgm:cxn modelId="{7199059C-83FA-4251-8B35-0AE02B7A7F5A}" srcId="{DD15D511-36E1-4DD2-9184-587081D04B40}" destId="{01FC4D8C-7FE7-44EC-93EE-952216D4ED47}" srcOrd="0" destOrd="0" parTransId="{F4589D87-88BE-4A38-86E7-4C2BB798ED26}" sibTransId="{3D64D8C1-6199-4373-A205-FA8F3DC49546}"/>
    <dgm:cxn modelId="{EA7063AB-61B5-4497-A456-CFCF256982F5}" type="presOf" srcId="{01FC4D8C-7FE7-44EC-93EE-952216D4ED47}" destId="{66170B7D-4C89-4E39-B2B7-D912499ECF24}" srcOrd="0" destOrd="0" presId="urn:microsoft.com/office/officeart/2005/8/layout/hList1"/>
    <dgm:cxn modelId="{D1336AAE-6ED8-42A6-8072-97E9F82E1F0B}" type="presOf" srcId="{7B4ECF35-584E-4886-991C-20EF03645FA0}" destId="{692AE4F1-2005-426B-A9B5-5A5914B8CDA8}" srcOrd="0" destOrd="1" presId="urn:microsoft.com/office/officeart/2005/8/layout/hList1"/>
    <dgm:cxn modelId="{9ABBD5C0-BE6B-4DE4-B06C-79E63161CE7D}" srcId="{C6F72790-4B4C-41C6-8A57-B35EC8E4EEB7}" destId="{E9B8236D-709D-41AA-A1D7-ADFE7AC30147}" srcOrd="2" destOrd="0" parTransId="{3AF77C68-4EBE-48F9-90A6-D88EB52338D8}" sibTransId="{DD83F429-70D1-4986-95C4-D04C512D81B9}"/>
    <dgm:cxn modelId="{B20FD5C5-9874-4BEA-9D1E-419C522C0F03}" srcId="{C6F72790-4B4C-41C6-8A57-B35EC8E4EEB7}" destId="{DD15D511-36E1-4DD2-9184-587081D04B40}" srcOrd="1" destOrd="0" parTransId="{89EA1D9E-AB47-4F56-8363-A47817CD5809}" sibTransId="{E8DF2018-4B0C-4287-850F-62AEE056F383}"/>
    <dgm:cxn modelId="{556CD7C8-4D18-4C90-856D-CD6E272A859E}" srcId="{E9B8236D-709D-41AA-A1D7-ADFE7AC30147}" destId="{558F0C04-40CB-4217-8627-D8C87FFFEA9A}" srcOrd="2" destOrd="0" parTransId="{D5936C75-3FEC-4E22-AA8D-03D036419F94}" sibTransId="{380851C4-4827-4E0E-858A-ED3529F4F7C4}"/>
    <dgm:cxn modelId="{16917DD4-E5D9-41B1-8FF0-C38AAE7D794A}" srcId="{E9B8236D-709D-41AA-A1D7-ADFE7AC30147}" destId="{7B4ECF35-584E-4886-991C-20EF03645FA0}" srcOrd="1" destOrd="0" parTransId="{B9F9BFFD-BB38-4B2D-B7C5-6A13834129EE}" sibTransId="{F17B2A37-0520-435B-BF09-64EF82898FB9}"/>
    <dgm:cxn modelId="{055116E1-B9DA-484E-8F98-84092B017212}" srcId="{E9B8236D-709D-41AA-A1D7-ADFE7AC30147}" destId="{8BB97BB0-8607-4529-88EE-E4468E9A5906}" srcOrd="0" destOrd="0" parTransId="{DE13179A-80A2-4046-8CAD-B2C1C7919F88}" sibTransId="{7D803D50-C590-4D9B-BCA1-6936D381F690}"/>
    <dgm:cxn modelId="{2AAA0CF7-A610-4836-9C03-341A4DA8A4BD}" type="presOf" srcId="{8BB97BB0-8607-4529-88EE-E4468E9A5906}" destId="{692AE4F1-2005-426B-A9B5-5A5914B8CDA8}" srcOrd="0" destOrd="0" presId="urn:microsoft.com/office/officeart/2005/8/layout/hList1"/>
    <dgm:cxn modelId="{FF47E3FD-0975-4AE2-A888-94BD202692B5}" type="presOf" srcId="{77314265-016D-41B2-A8B0-42E241CDE13C}" destId="{F0DD8BC2-4FB6-40E0-A11E-C4B6A5F39117}" srcOrd="0" destOrd="0" presId="urn:microsoft.com/office/officeart/2005/8/layout/hList1"/>
    <dgm:cxn modelId="{185D9FFF-AF8F-4E65-8FF0-8EDDF1154E6E}" type="presOf" srcId="{672F9C21-AD18-4F82-85E3-565AF79C2B82}" destId="{66170B7D-4C89-4E39-B2B7-D912499ECF24}" srcOrd="0" destOrd="2" presId="urn:microsoft.com/office/officeart/2005/8/layout/hList1"/>
    <dgm:cxn modelId="{7AC9E4F1-D2B9-4959-9EE7-797B1BA8F96B}" type="presParOf" srcId="{E53D9116-D94F-4A47-AABC-AA78F50FD348}" destId="{6A431F82-E8CA-4A81-AE52-CAE0250A0143}" srcOrd="0" destOrd="0" presId="urn:microsoft.com/office/officeart/2005/8/layout/hList1"/>
    <dgm:cxn modelId="{13704339-CBF9-4302-BA8A-E7BF1FF62DEC}" type="presParOf" srcId="{6A431F82-E8CA-4A81-AE52-CAE0250A0143}" destId="{F0DD8BC2-4FB6-40E0-A11E-C4B6A5F39117}" srcOrd="0" destOrd="0" presId="urn:microsoft.com/office/officeart/2005/8/layout/hList1"/>
    <dgm:cxn modelId="{C563C7BC-33E4-4DA4-97E8-9AAECF1FDF0A}" type="presParOf" srcId="{6A431F82-E8CA-4A81-AE52-CAE0250A0143}" destId="{EF714439-31F4-42D4-841F-AB054D28B9B5}" srcOrd="1" destOrd="0" presId="urn:microsoft.com/office/officeart/2005/8/layout/hList1"/>
    <dgm:cxn modelId="{D9D0F1DE-063C-41E9-B937-29C206468876}" type="presParOf" srcId="{E53D9116-D94F-4A47-AABC-AA78F50FD348}" destId="{C9277B20-22FE-4AD9-A604-A8D3B284941B}" srcOrd="1" destOrd="0" presId="urn:microsoft.com/office/officeart/2005/8/layout/hList1"/>
    <dgm:cxn modelId="{32BC4F87-FCEA-4D0B-BE42-3600FAB5C182}" type="presParOf" srcId="{E53D9116-D94F-4A47-AABC-AA78F50FD348}" destId="{460A7AF5-E0E9-436E-8E83-7CA64CDB7C2C}" srcOrd="2" destOrd="0" presId="urn:microsoft.com/office/officeart/2005/8/layout/hList1"/>
    <dgm:cxn modelId="{7164E70D-81E9-4BFF-B4D9-C869E5D63A0F}" type="presParOf" srcId="{460A7AF5-E0E9-436E-8E83-7CA64CDB7C2C}" destId="{5F32472A-9E3C-4414-83F1-EDA25F6D7376}" srcOrd="0" destOrd="0" presId="urn:microsoft.com/office/officeart/2005/8/layout/hList1"/>
    <dgm:cxn modelId="{C0837882-7587-4A27-B189-29AE822309CC}" type="presParOf" srcId="{460A7AF5-E0E9-436E-8E83-7CA64CDB7C2C}" destId="{66170B7D-4C89-4E39-B2B7-D912499ECF24}" srcOrd="1" destOrd="0" presId="urn:microsoft.com/office/officeart/2005/8/layout/hList1"/>
    <dgm:cxn modelId="{DC8949B7-4E54-491A-A09A-8D3433158820}" type="presParOf" srcId="{E53D9116-D94F-4A47-AABC-AA78F50FD348}" destId="{35F4512F-D822-49FE-A64C-CC242C83D22D}" srcOrd="3" destOrd="0" presId="urn:microsoft.com/office/officeart/2005/8/layout/hList1"/>
    <dgm:cxn modelId="{5E3D7BFB-F781-4D32-83B3-DCE48687CFB9}" type="presParOf" srcId="{E53D9116-D94F-4A47-AABC-AA78F50FD348}" destId="{D4DE7EBD-3064-46BB-8C0A-5CEFC5C04D84}" srcOrd="4" destOrd="0" presId="urn:microsoft.com/office/officeart/2005/8/layout/hList1"/>
    <dgm:cxn modelId="{D1466CB6-93DA-48FE-A4D1-733809C6E125}" type="presParOf" srcId="{D4DE7EBD-3064-46BB-8C0A-5CEFC5C04D84}" destId="{4CAD4ACA-E36E-407D-BF5C-383C9D5A1089}" srcOrd="0" destOrd="0" presId="urn:microsoft.com/office/officeart/2005/8/layout/hList1"/>
    <dgm:cxn modelId="{DE2B0D01-8C19-4F98-858C-749EB88E9519}" type="presParOf" srcId="{D4DE7EBD-3064-46BB-8C0A-5CEFC5C04D84}" destId="{692AE4F1-2005-426B-A9B5-5A5914B8CDA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EA9650-D199-4F90-A926-E42090E4284A}" type="doc">
      <dgm:prSet loTypeId="urn:diagrams.loki3.com/BracketList" loCatId="list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GB"/>
        </a:p>
      </dgm:t>
    </dgm:pt>
    <dgm:pt modelId="{65939EA3-9F4A-46FF-8928-E0CFE02E3A82}">
      <dgm:prSet phldrT="[Text]" phldr="0" custT="1"/>
      <dgm:spPr/>
      <dgm:t>
        <a:bodyPr/>
        <a:lstStyle/>
        <a:p>
          <a:r>
            <a:rPr lang="en-GB" sz="4000" b="1" dirty="0"/>
            <a:t>Delphi</a:t>
          </a:r>
        </a:p>
      </dgm:t>
    </dgm:pt>
    <dgm:pt modelId="{640ECA8E-E758-483F-8E13-E7941D415B28}" type="parTrans" cxnId="{A1B182F1-76C3-4924-8AB8-1249E1851FE9}">
      <dgm:prSet/>
      <dgm:spPr/>
      <dgm:t>
        <a:bodyPr/>
        <a:lstStyle/>
        <a:p>
          <a:endParaRPr lang="en-GB" sz="3200"/>
        </a:p>
      </dgm:t>
    </dgm:pt>
    <dgm:pt modelId="{049A4AED-DF2F-4BAB-AF82-76B9631B9FE3}" type="sibTrans" cxnId="{A1B182F1-76C3-4924-8AB8-1249E1851FE9}">
      <dgm:prSet/>
      <dgm:spPr/>
      <dgm:t>
        <a:bodyPr/>
        <a:lstStyle/>
        <a:p>
          <a:endParaRPr lang="en-GB" sz="3200"/>
        </a:p>
      </dgm:t>
    </dgm:pt>
    <dgm:pt modelId="{2B35A316-464A-4B97-9EB9-0656324FE77B}">
      <dgm:prSet phldrT="[Text]" phldr="0" custT="1"/>
      <dgm:spPr/>
      <dgm:t>
        <a:bodyPr/>
        <a:lstStyle/>
        <a:p>
          <a:r>
            <a:rPr lang="en-GB" sz="3600" dirty="0"/>
            <a:t>Rounds of questionnaires</a:t>
          </a:r>
        </a:p>
      </dgm:t>
    </dgm:pt>
    <dgm:pt modelId="{C9C5F2D9-901A-4B12-AEEB-E5EF2DC1846D}" type="parTrans" cxnId="{131660D8-FE19-49FC-A130-0D68CAF52D5C}">
      <dgm:prSet/>
      <dgm:spPr/>
      <dgm:t>
        <a:bodyPr/>
        <a:lstStyle/>
        <a:p>
          <a:endParaRPr lang="en-GB" sz="3200"/>
        </a:p>
      </dgm:t>
    </dgm:pt>
    <dgm:pt modelId="{CFC56666-385E-4D00-9E89-EE65F012485C}" type="sibTrans" cxnId="{131660D8-FE19-49FC-A130-0D68CAF52D5C}">
      <dgm:prSet/>
      <dgm:spPr/>
      <dgm:t>
        <a:bodyPr/>
        <a:lstStyle/>
        <a:p>
          <a:endParaRPr lang="en-GB" sz="3200"/>
        </a:p>
      </dgm:t>
    </dgm:pt>
    <dgm:pt modelId="{80A38F64-4E73-44B1-9A92-EC89ECED320D}">
      <dgm:prSet phldrT="[Text]" phldr="0" custT="1"/>
      <dgm:spPr/>
      <dgm:t>
        <a:bodyPr/>
        <a:lstStyle/>
        <a:p>
          <a:r>
            <a:rPr lang="en-GB" sz="3600" dirty="0"/>
            <a:t>People rank options</a:t>
          </a:r>
        </a:p>
      </dgm:t>
    </dgm:pt>
    <dgm:pt modelId="{AA03E293-EE06-458E-98C3-4C1637E5DD81}" type="parTrans" cxnId="{36297EA4-F3B7-41C0-9B48-E0CA7196168F}">
      <dgm:prSet/>
      <dgm:spPr/>
      <dgm:t>
        <a:bodyPr/>
        <a:lstStyle/>
        <a:p>
          <a:endParaRPr lang="en-GB" sz="3200"/>
        </a:p>
      </dgm:t>
    </dgm:pt>
    <dgm:pt modelId="{ADD5D1A8-6600-4618-B585-452F970C402E}" type="sibTrans" cxnId="{36297EA4-F3B7-41C0-9B48-E0CA7196168F}">
      <dgm:prSet/>
      <dgm:spPr/>
      <dgm:t>
        <a:bodyPr/>
        <a:lstStyle/>
        <a:p>
          <a:endParaRPr lang="en-GB" sz="3200"/>
        </a:p>
      </dgm:t>
    </dgm:pt>
    <dgm:pt modelId="{F9FDA6E3-AC13-4C70-AC16-873DC752AAC7}">
      <dgm:prSet phldrT="[Text]" phldr="0" custT="1"/>
      <dgm:spPr/>
      <dgm:t>
        <a:bodyPr/>
        <a:lstStyle/>
        <a:p>
          <a:r>
            <a:rPr lang="en-GB" sz="4000" b="1" dirty="0"/>
            <a:t>NGT</a:t>
          </a:r>
        </a:p>
      </dgm:t>
    </dgm:pt>
    <dgm:pt modelId="{F2CFD36E-8567-43E0-A348-7BE36AE6C901}" type="parTrans" cxnId="{56390C8D-C2C4-42B8-94A3-6BA853CEB677}">
      <dgm:prSet/>
      <dgm:spPr/>
      <dgm:t>
        <a:bodyPr/>
        <a:lstStyle/>
        <a:p>
          <a:endParaRPr lang="en-GB" sz="3200"/>
        </a:p>
      </dgm:t>
    </dgm:pt>
    <dgm:pt modelId="{6ED63E74-28E6-4F52-9AE7-277DCB477F8B}" type="sibTrans" cxnId="{56390C8D-C2C4-42B8-94A3-6BA853CEB677}">
      <dgm:prSet/>
      <dgm:spPr/>
      <dgm:t>
        <a:bodyPr/>
        <a:lstStyle/>
        <a:p>
          <a:endParaRPr lang="en-GB" sz="3200"/>
        </a:p>
      </dgm:t>
    </dgm:pt>
    <dgm:pt modelId="{03E962AA-0904-462D-898A-DC8BF48F16E5}">
      <dgm:prSet phldrT="[Text]" phldr="0" custT="1"/>
      <dgm:spPr/>
      <dgm:t>
        <a:bodyPr/>
        <a:lstStyle/>
        <a:p>
          <a:r>
            <a:rPr lang="en-GB" sz="3600" dirty="0"/>
            <a:t>A bit like a focus group</a:t>
          </a:r>
        </a:p>
      </dgm:t>
    </dgm:pt>
    <dgm:pt modelId="{F61CA5E2-3843-4F1A-9045-C536FA27263B}" type="parTrans" cxnId="{869A4C17-C8D0-4319-9F52-9B8AB1253EDB}">
      <dgm:prSet/>
      <dgm:spPr/>
      <dgm:t>
        <a:bodyPr/>
        <a:lstStyle/>
        <a:p>
          <a:endParaRPr lang="en-GB" sz="3200"/>
        </a:p>
      </dgm:t>
    </dgm:pt>
    <dgm:pt modelId="{83F4E06D-B8A0-407F-9D63-D54A3DCBC450}" type="sibTrans" cxnId="{869A4C17-C8D0-4319-9F52-9B8AB1253EDB}">
      <dgm:prSet/>
      <dgm:spPr/>
      <dgm:t>
        <a:bodyPr/>
        <a:lstStyle/>
        <a:p>
          <a:endParaRPr lang="en-GB" sz="3200"/>
        </a:p>
      </dgm:t>
    </dgm:pt>
    <dgm:pt modelId="{3DFAE3F0-F14D-4E52-B0E9-BFC867BEB8F9}">
      <dgm:prSet phldrT="[Text]" phldr="0" custT="1"/>
      <dgm:spPr/>
      <dgm:t>
        <a:bodyPr/>
        <a:lstStyle/>
        <a:p>
          <a:r>
            <a:rPr lang="en-GB" sz="3600" dirty="0"/>
            <a:t>Set of specific activities</a:t>
          </a:r>
        </a:p>
      </dgm:t>
    </dgm:pt>
    <dgm:pt modelId="{E4B0CB4D-E9C9-4D9F-9778-6A656A0AC924}" type="parTrans" cxnId="{BE593379-7F2C-4174-8361-316EFEBBD80F}">
      <dgm:prSet/>
      <dgm:spPr/>
      <dgm:t>
        <a:bodyPr/>
        <a:lstStyle/>
        <a:p>
          <a:endParaRPr lang="en-GB" sz="3200"/>
        </a:p>
      </dgm:t>
    </dgm:pt>
    <dgm:pt modelId="{C46365EE-16DE-4DF9-AE94-297AF1D6EF22}" type="sibTrans" cxnId="{BE593379-7F2C-4174-8361-316EFEBBD80F}">
      <dgm:prSet/>
      <dgm:spPr/>
      <dgm:t>
        <a:bodyPr/>
        <a:lstStyle/>
        <a:p>
          <a:endParaRPr lang="en-GB" sz="3200"/>
        </a:p>
      </dgm:t>
    </dgm:pt>
    <dgm:pt modelId="{618DAAAD-273E-4687-B262-03C48323FE55}">
      <dgm:prSet phldrT="[Text]" phldr="0" custT="1"/>
      <dgm:spPr/>
      <dgm:t>
        <a:bodyPr/>
        <a:lstStyle/>
        <a:p>
          <a:r>
            <a:rPr lang="en-GB" sz="3600" dirty="0"/>
            <a:t>Can be conducted online</a:t>
          </a:r>
        </a:p>
      </dgm:t>
    </dgm:pt>
    <dgm:pt modelId="{DAB9DFB1-3DF5-4D47-98CD-321E23BC5F08}" type="parTrans" cxnId="{130A0691-4873-4B17-BBF4-E509A9542945}">
      <dgm:prSet/>
      <dgm:spPr/>
      <dgm:t>
        <a:bodyPr/>
        <a:lstStyle/>
        <a:p>
          <a:endParaRPr lang="en-GB" sz="3200"/>
        </a:p>
      </dgm:t>
    </dgm:pt>
    <dgm:pt modelId="{8051164C-C4B9-4F02-8F17-F32878017900}" type="sibTrans" cxnId="{130A0691-4873-4B17-BBF4-E509A9542945}">
      <dgm:prSet/>
      <dgm:spPr/>
      <dgm:t>
        <a:bodyPr/>
        <a:lstStyle/>
        <a:p>
          <a:endParaRPr lang="en-GB" sz="3200"/>
        </a:p>
      </dgm:t>
    </dgm:pt>
    <dgm:pt modelId="{47A0D2FF-92D3-491E-B9D4-C2E3503CAB61}">
      <dgm:prSet phldrT="[Text]" phldr="0" custT="1"/>
      <dgm:spPr/>
      <dgm:t>
        <a:bodyPr/>
        <a:lstStyle/>
        <a:p>
          <a:r>
            <a:rPr lang="en-GB" sz="3600" dirty="0"/>
            <a:t>Open- and closed-ended questions</a:t>
          </a:r>
        </a:p>
      </dgm:t>
    </dgm:pt>
    <dgm:pt modelId="{1B5073A9-24B4-42B8-954D-5987662796DA}" type="parTrans" cxnId="{051F143F-E759-426A-9A97-DD8D0E7698E8}">
      <dgm:prSet/>
      <dgm:spPr/>
      <dgm:t>
        <a:bodyPr/>
        <a:lstStyle/>
        <a:p>
          <a:endParaRPr lang="en-GB" sz="3200"/>
        </a:p>
      </dgm:t>
    </dgm:pt>
    <dgm:pt modelId="{C7284233-7006-421C-8FAD-A01609647A0E}" type="sibTrans" cxnId="{051F143F-E759-426A-9A97-DD8D0E7698E8}">
      <dgm:prSet/>
      <dgm:spPr/>
      <dgm:t>
        <a:bodyPr/>
        <a:lstStyle/>
        <a:p>
          <a:endParaRPr lang="en-GB" sz="3200"/>
        </a:p>
      </dgm:t>
    </dgm:pt>
    <dgm:pt modelId="{326DCE50-21B4-4AC1-BD06-0DA53EB91263}">
      <dgm:prSet phldrT="[Text]" phldr="0" custT="1"/>
      <dgm:spPr/>
      <dgm:t>
        <a:bodyPr/>
        <a:lstStyle/>
        <a:p>
          <a:r>
            <a:rPr lang="en-GB" sz="3600" dirty="0"/>
            <a:t>People agree on ranking</a:t>
          </a:r>
        </a:p>
      </dgm:t>
    </dgm:pt>
    <dgm:pt modelId="{7C17DD7A-CA54-4325-9870-833949BB928B}" type="parTrans" cxnId="{2C31C875-C42A-4FF9-A24D-EDDD26597FEE}">
      <dgm:prSet/>
      <dgm:spPr/>
      <dgm:t>
        <a:bodyPr/>
        <a:lstStyle/>
        <a:p>
          <a:endParaRPr lang="en-GB" sz="3200"/>
        </a:p>
      </dgm:t>
    </dgm:pt>
    <dgm:pt modelId="{F3DA3CC8-4E53-498C-96CA-DE913FB59E83}" type="sibTrans" cxnId="{2C31C875-C42A-4FF9-A24D-EDDD26597FEE}">
      <dgm:prSet/>
      <dgm:spPr/>
      <dgm:t>
        <a:bodyPr/>
        <a:lstStyle/>
        <a:p>
          <a:endParaRPr lang="en-GB" sz="3200"/>
        </a:p>
      </dgm:t>
    </dgm:pt>
    <dgm:pt modelId="{DBB55BCA-7EEF-4F3D-A7B6-75D072DBC74C}">
      <dgm:prSet phldrT="[Text]" phldr="0" custT="1"/>
      <dgm:spPr/>
      <dgm:t>
        <a:bodyPr/>
        <a:lstStyle/>
        <a:p>
          <a:r>
            <a:rPr lang="en-GB" sz="3600" dirty="0"/>
            <a:t>Online or in-person</a:t>
          </a:r>
        </a:p>
      </dgm:t>
    </dgm:pt>
    <dgm:pt modelId="{7CA61269-0DFD-42ED-B09D-8EC6E94251B0}" type="parTrans" cxnId="{C7B6148C-BF41-40AE-ACBC-344F269F564A}">
      <dgm:prSet/>
      <dgm:spPr/>
      <dgm:t>
        <a:bodyPr/>
        <a:lstStyle/>
        <a:p>
          <a:endParaRPr lang="en-GB" sz="3200"/>
        </a:p>
      </dgm:t>
    </dgm:pt>
    <dgm:pt modelId="{4905CF49-2EF5-44DE-B987-6BED489400BF}" type="sibTrans" cxnId="{C7B6148C-BF41-40AE-ACBC-344F269F564A}">
      <dgm:prSet/>
      <dgm:spPr/>
      <dgm:t>
        <a:bodyPr/>
        <a:lstStyle/>
        <a:p>
          <a:endParaRPr lang="en-GB" sz="3200"/>
        </a:p>
      </dgm:t>
    </dgm:pt>
    <dgm:pt modelId="{D52EAB3E-F47E-40B8-AEBF-E4F8050C49B7}" type="pres">
      <dgm:prSet presAssocID="{5EEA9650-D199-4F90-A926-E42090E4284A}" presName="Name0" presStyleCnt="0">
        <dgm:presLayoutVars>
          <dgm:dir/>
          <dgm:animLvl val="lvl"/>
          <dgm:resizeHandles val="exact"/>
        </dgm:presLayoutVars>
      </dgm:prSet>
      <dgm:spPr/>
    </dgm:pt>
    <dgm:pt modelId="{4EF08D98-DF77-4706-8C82-9C3437132BB5}" type="pres">
      <dgm:prSet presAssocID="{65939EA3-9F4A-46FF-8928-E0CFE02E3A82}" presName="linNode" presStyleCnt="0"/>
      <dgm:spPr/>
    </dgm:pt>
    <dgm:pt modelId="{176EF4DA-CEEC-4FE2-97F7-D43D747293DD}" type="pres">
      <dgm:prSet presAssocID="{65939EA3-9F4A-46FF-8928-E0CFE02E3A82}" presName="parTx" presStyleLbl="revTx" presStyleIdx="0" presStyleCnt="2">
        <dgm:presLayoutVars>
          <dgm:chMax val="1"/>
          <dgm:bulletEnabled val="1"/>
        </dgm:presLayoutVars>
      </dgm:prSet>
      <dgm:spPr/>
    </dgm:pt>
    <dgm:pt modelId="{123C802D-8F8A-4DE3-AE62-C33CC782BA0C}" type="pres">
      <dgm:prSet presAssocID="{65939EA3-9F4A-46FF-8928-E0CFE02E3A82}" presName="bracket" presStyleLbl="parChTrans1D1" presStyleIdx="0" presStyleCnt="2"/>
      <dgm:spPr/>
    </dgm:pt>
    <dgm:pt modelId="{800E63F6-2641-486D-A387-27A33EB9E75A}" type="pres">
      <dgm:prSet presAssocID="{65939EA3-9F4A-46FF-8928-E0CFE02E3A82}" presName="spH" presStyleCnt="0"/>
      <dgm:spPr/>
    </dgm:pt>
    <dgm:pt modelId="{8867D8DA-EC64-45C8-BAC4-D2A3CF7B49A1}" type="pres">
      <dgm:prSet presAssocID="{65939EA3-9F4A-46FF-8928-E0CFE02E3A82}" presName="desTx" presStyleLbl="node1" presStyleIdx="0" presStyleCnt="2">
        <dgm:presLayoutVars>
          <dgm:bulletEnabled val="1"/>
        </dgm:presLayoutVars>
      </dgm:prSet>
      <dgm:spPr/>
    </dgm:pt>
    <dgm:pt modelId="{6953B8E1-2A70-4794-B2E4-F11556D32ABE}" type="pres">
      <dgm:prSet presAssocID="{049A4AED-DF2F-4BAB-AF82-76B9631B9FE3}" presName="spV" presStyleCnt="0"/>
      <dgm:spPr/>
    </dgm:pt>
    <dgm:pt modelId="{BD99EFAA-0C68-4DF6-96AC-286AB89F9EF9}" type="pres">
      <dgm:prSet presAssocID="{F9FDA6E3-AC13-4C70-AC16-873DC752AAC7}" presName="linNode" presStyleCnt="0"/>
      <dgm:spPr/>
    </dgm:pt>
    <dgm:pt modelId="{D65DA948-7A30-4428-A3E3-124C31910A51}" type="pres">
      <dgm:prSet presAssocID="{F9FDA6E3-AC13-4C70-AC16-873DC752AAC7}" presName="parTx" presStyleLbl="revTx" presStyleIdx="1" presStyleCnt="2">
        <dgm:presLayoutVars>
          <dgm:chMax val="1"/>
          <dgm:bulletEnabled val="1"/>
        </dgm:presLayoutVars>
      </dgm:prSet>
      <dgm:spPr/>
    </dgm:pt>
    <dgm:pt modelId="{BB44E2F1-3526-4D94-94F7-3D5DF3EACE4E}" type="pres">
      <dgm:prSet presAssocID="{F9FDA6E3-AC13-4C70-AC16-873DC752AAC7}" presName="bracket" presStyleLbl="parChTrans1D1" presStyleIdx="1" presStyleCnt="2"/>
      <dgm:spPr/>
    </dgm:pt>
    <dgm:pt modelId="{9D2F4711-B501-408F-A467-20C0CE7A5E1D}" type="pres">
      <dgm:prSet presAssocID="{F9FDA6E3-AC13-4C70-AC16-873DC752AAC7}" presName="spH" presStyleCnt="0"/>
      <dgm:spPr/>
    </dgm:pt>
    <dgm:pt modelId="{C26A34EA-A5DD-4D44-ABDB-FC35435616E1}" type="pres">
      <dgm:prSet presAssocID="{F9FDA6E3-AC13-4C70-AC16-873DC752AAC7}" presName="desTx" presStyleLbl="node1" presStyleIdx="1" presStyleCnt="2">
        <dgm:presLayoutVars>
          <dgm:bulletEnabled val="1"/>
        </dgm:presLayoutVars>
      </dgm:prSet>
      <dgm:spPr/>
    </dgm:pt>
  </dgm:ptLst>
  <dgm:cxnLst>
    <dgm:cxn modelId="{8A3E3D06-8FA9-4BA7-B0F3-DA31FBAF00EA}" type="presOf" srcId="{2B35A316-464A-4B97-9EB9-0656324FE77B}" destId="{8867D8DA-EC64-45C8-BAC4-D2A3CF7B49A1}" srcOrd="0" destOrd="0" presId="urn:diagrams.loki3.com/BracketList"/>
    <dgm:cxn modelId="{E54B7E0B-D7C0-4595-8AFA-7E793FCB5F21}" type="presOf" srcId="{80A38F64-4E73-44B1-9A92-EC89ECED320D}" destId="{8867D8DA-EC64-45C8-BAC4-D2A3CF7B49A1}" srcOrd="0" destOrd="2" presId="urn:diagrams.loki3.com/BracketList"/>
    <dgm:cxn modelId="{869A4C17-C8D0-4319-9F52-9B8AB1253EDB}" srcId="{F9FDA6E3-AC13-4C70-AC16-873DC752AAC7}" destId="{03E962AA-0904-462D-898A-DC8BF48F16E5}" srcOrd="0" destOrd="0" parTransId="{F61CA5E2-3843-4F1A-9045-C536FA27263B}" sibTransId="{83F4E06D-B8A0-407F-9D63-D54A3DCBC450}"/>
    <dgm:cxn modelId="{174D9922-FF35-4580-97C9-FB5A14F2D1D7}" type="presOf" srcId="{DBB55BCA-7EEF-4F3D-A7B6-75D072DBC74C}" destId="{C26A34EA-A5DD-4D44-ABDB-FC35435616E1}" srcOrd="0" destOrd="3" presId="urn:diagrams.loki3.com/BracketList"/>
    <dgm:cxn modelId="{D6B0CA25-FE38-4183-A328-C4D65C38B60F}" type="presOf" srcId="{326DCE50-21B4-4AC1-BD06-0DA53EB91263}" destId="{C26A34EA-A5DD-4D44-ABDB-FC35435616E1}" srcOrd="0" destOrd="2" presId="urn:diagrams.loki3.com/BracketList"/>
    <dgm:cxn modelId="{0881962B-947C-47E3-9A56-95E78BBC9D02}" type="presOf" srcId="{47A0D2FF-92D3-491E-B9D4-C2E3503CAB61}" destId="{8867D8DA-EC64-45C8-BAC4-D2A3CF7B49A1}" srcOrd="0" destOrd="1" presId="urn:diagrams.loki3.com/BracketList"/>
    <dgm:cxn modelId="{7407F12E-86E7-4FCD-8C7F-66B5FA821AC9}" type="presOf" srcId="{5EEA9650-D199-4F90-A926-E42090E4284A}" destId="{D52EAB3E-F47E-40B8-AEBF-E4F8050C49B7}" srcOrd="0" destOrd="0" presId="urn:diagrams.loki3.com/BracketList"/>
    <dgm:cxn modelId="{051F143F-E759-426A-9A97-DD8D0E7698E8}" srcId="{65939EA3-9F4A-46FF-8928-E0CFE02E3A82}" destId="{47A0D2FF-92D3-491E-B9D4-C2E3503CAB61}" srcOrd="1" destOrd="0" parTransId="{1B5073A9-24B4-42B8-954D-5987662796DA}" sibTransId="{C7284233-7006-421C-8FAD-A01609647A0E}"/>
    <dgm:cxn modelId="{DAD94F43-9238-45F0-8131-D12F0569569D}" type="presOf" srcId="{618DAAAD-273E-4687-B262-03C48323FE55}" destId="{8867D8DA-EC64-45C8-BAC4-D2A3CF7B49A1}" srcOrd="0" destOrd="3" presId="urn:diagrams.loki3.com/BracketList"/>
    <dgm:cxn modelId="{5E2DF04C-0111-403B-9853-36DB7FA86D7C}" type="presOf" srcId="{F9FDA6E3-AC13-4C70-AC16-873DC752AAC7}" destId="{D65DA948-7A30-4428-A3E3-124C31910A51}" srcOrd="0" destOrd="0" presId="urn:diagrams.loki3.com/BracketList"/>
    <dgm:cxn modelId="{2C31C875-C42A-4FF9-A24D-EDDD26597FEE}" srcId="{F9FDA6E3-AC13-4C70-AC16-873DC752AAC7}" destId="{326DCE50-21B4-4AC1-BD06-0DA53EB91263}" srcOrd="2" destOrd="0" parTransId="{7C17DD7A-CA54-4325-9870-833949BB928B}" sibTransId="{F3DA3CC8-4E53-498C-96CA-DE913FB59E83}"/>
    <dgm:cxn modelId="{BE593379-7F2C-4174-8361-316EFEBBD80F}" srcId="{F9FDA6E3-AC13-4C70-AC16-873DC752AAC7}" destId="{3DFAE3F0-F14D-4E52-B0E9-BFC867BEB8F9}" srcOrd="1" destOrd="0" parTransId="{E4B0CB4D-E9C9-4D9F-9778-6A656A0AC924}" sibTransId="{C46365EE-16DE-4DF9-AE94-297AF1D6EF22}"/>
    <dgm:cxn modelId="{5258AC7B-6F8B-4E22-8427-12EEB2351B57}" type="presOf" srcId="{03E962AA-0904-462D-898A-DC8BF48F16E5}" destId="{C26A34EA-A5DD-4D44-ABDB-FC35435616E1}" srcOrd="0" destOrd="0" presId="urn:diagrams.loki3.com/BracketList"/>
    <dgm:cxn modelId="{C7B6148C-BF41-40AE-ACBC-344F269F564A}" srcId="{F9FDA6E3-AC13-4C70-AC16-873DC752AAC7}" destId="{DBB55BCA-7EEF-4F3D-A7B6-75D072DBC74C}" srcOrd="3" destOrd="0" parTransId="{7CA61269-0DFD-42ED-B09D-8EC6E94251B0}" sibTransId="{4905CF49-2EF5-44DE-B987-6BED489400BF}"/>
    <dgm:cxn modelId="{56390C8D-C2C4-42B8-94A3-6BA853CEB677}" srcId="{5EEA9650-D199-4F90-A926-E42090E4284A}" destId="{F9FDA6E3-AC13-4C70-AC16-873DC752AAC7}" srcOrd="1" destOrd="0" parTransId="{F2CFD36E-8567-43E0-A348-7BE36AE6C901}" sibTransId="{6ED63E74-28E6-4F52-9AE7-277DCB477F8B}"/>
    <dgm:cxn modelId="{130A0691-4873-4B17-BBF4-E509A9542945}" srcId="{65939EA3-9F4A-46FF-8928-E0CFE02E3A82}" destId="{618DAAAD-273E-4687-B262-03C48323FE55}" srcOrd="3" destOrd="0" parTransId="{DAB9DFB1-3DF5-4D47-98CD-321E23BC5F08}" sibTransId="{8051164C-C4B9-4F02-8F17-F32878017900}"/>
    <dgm:cxn modelId="{36297EA4-F3B7-41C0-9B48-E0CA7196168F}" srcId="{65939EA3-9F4A-46FF-8928-E0CFE02E3A82}" destId="{80A38F64-4E73-44B1-9A92-EC89ECED320D}" srcOrd="2" destOrd="0" parTransId="{AA03E293-EE06-458E-98C3-4C1637E5DD81}" sibTransId="{ADD5D1A8-6600-4618-B585-452F970C402E}"/>
    <dgm:cxn modelId="{5012AAD0-DDE7-475F-BB86-B3E63DB07B12}" type="presOf" srcId="{3DFAE3F0-F14D-4E52-B0E9-BFC867BEB8F9}" destId="{C26A34EA-A5DD-4D44-ABDB-FC35435616E1}" srcOrd="0" destOrd="1" presId="urn:diagrams.loki3.com/BracketList"/>
    <dgm:cxn modelId="{DA0778D3-A02C-44F4-A29E-2322C8463479}" type="presOf" srcId="{65939EA3-9F4A-46FF-8928-E0CFE02E3A82}" destId="{176EF4DA-CEEC-4FE2-97F7-D43D747293DD}" srcOrd="0" destOrd="0" presId="urn:diagrams.loki3.com/BracketList"/>
    <dgm:cxn modelId="{131660D8-FE19-49FC-A130-0D68CAF52D5C}" srcId="{65939EA3-9F4A-46FF-8928-E0CFE02E3A82}" destId="{2B35A316-464A-4B97-9EB9-0656324FE77B}" srcOrd="0" destOrd="0" parTransId="{C9C5F2D9-901A-4B12-AEEB-E5EF2DC1846D}" sibTransId="{CFC56666-385E-4D00-9E89-EE65F012485C}"/>
    <dgm:cxn modelId="{A1B182F1-76C3-4924-8AB8-1249E1851FE9}" srcId="{5EEA9650-D199-4F90-A926-E42090E4284A}" destId="{65939EA3-9F4A-46FF-8928-E0CFE02E3A82}" srcOrd="0" destOrd="0" parTransId="{640ECA8E-E758-483F-8E13-E7941D415B28}" sibTransId="{049A4AED-DF2F-4BAB-AF82-76B9631B9FE3}"/>
    <dgm:cxn modelId="{1B846AC1-770C-47AD-9388-6690E4192A1D}" type="presParOf" srcId="{D52EAB3E-F47E-40B8-AEBF-E4F8050C49B7}" destId="{4EF08D98-DF77-4706-8C82-9C3437132BB5}" srcOrd="0" destOrd="0" presId="urn:diagrams.loki3.com/BracketList"/>
    <dgm:cxn modelId="{FC918D71-621F-4868-A566-296A6D31C75D}" type="presParOf" srcId="{4EF08D98-DF77-4706-8C82-9C3437132BB5}" destId="{176EF4DA-CEEC-4FE2-97F7-D43D747293DD}" srcOrd="0" destOrd="0" presId="urn:diagrams.loki3.com/BracketList"/>
    <dgm:cxn modelId="{98131536-C293-42CE-BA88-F0D977CA1BA9}" type="presParOf" srcId="{4EF08D98-DF77-4706-8C82-9C3437132BB5}" destId="{123C802D-8F8A-4DE3-AE62-C33CC782BA0C}" srcOrd="1" destOrd="0" presId="urn:diagrams.loki3.com/BracketList"/>
    <dgm:cxn modelId="{86890DE6-47A1-4FEE-9757-18FCC02AADC3}" type="presParOf" srcId="{4EF08D98-DF77-4706-8C82-9C3437132BB5}" destId="{800E63F6-2641-486D-A387-27A33EB9E75A}" srcOrd="2" destOrd="0" presId="urn:diagrams.loki3.com/BracketList"/>
    <dgm:cxn modelId="{53BD308C-BED3-4491-B747-9A11687B2221}" type="presParOf" srcId="{4EF08D98-DF77-4706-8C82-9C3437132BB5}" destId="{8867D8DA-EC64-45C8-BAC4-D2A3CF7B49A1}" srcOrd="3" destOrd="0" presId="urn:diagrams.loki3.com/BracketList"/>
    <dgm:cxn modelId="{A95E1102-FC74-48B2-986C-199EAF738C8B}" type="presParOf" srcId="{D52EAB3E-F47E-40B8-AEBF-E4F8050C49B7}" destId="{6953B8E1-2A70-4794-B2E4-F11556D32ABE}" srcOrd="1" destOrd="0" presId="urn:diagrams.loki3.com/BracketList"/>
    <dgm:cxn modelId="{75EA141C-0F5B-496D-9CAF-C0BEC5323D68}" type="presParOf" srcId="{D52EAB3E-F47E-40B8-AEBF-E4F8050C49B7}" destId="{BD99EFAA-0C68-4DF6-96AC-286AB89F9EF9}" srcOrd="2" destOrd="0" presId="urn:diagrams.loki3.com/BracketList"/>
    <dgm:cxn modelId="{39840B8B-CA22-40F1-AB4A-290DDBF77E78}" type="presParOf" srcId="{BD99EFAA-0C68-4DF6-96AC-286AB89F9EF9}" destId="{D65DA948-7A30-4428-A3E3-124C31910A51}" srcOrd="0" destOrd="0" presId="urn:diagrams.loki3.com/BracketList"/>
    <dgm:cxn modelId="{A6E5F5D4-7AB3-40AB-9E9E-8689A6F86117}" type="presParOf" srcId="{BD99EFAA-0C68-4DF6-96AC-286AB89F9EF9}" destId="{BB44E2F1-3526-4D94-94F7-3D5DF3EACE4E}" srcOrd="1" destOrd="0" presId="urn:diagrams.loki3.com/BracketList"/>
    <dgm:cxn modelId="{8C752448-A40D-4FC6-82B3-9D25CCDE44CE}" type="presParOf" srcId="{BD99EFAA-0C68-4DF6-96AC-286AB89F9EF9}" destId="{9D2F4711-B501-408F-A467-20C0CE7A5E1D}" srcOrd="2" destOrd="0" presId="urn:diagrams.loki3.com/BracketList"/>
    <dgm:cxn modelId="{7F0FB814-6F34-418F-8576-F4FB479189F6}" type="presParOf" srcId="{BD99EFAA-0C68-4DF6-96AC-286AB89F9EF9}" destId="{C26A34EA-A5DD-4D44-ABDB-FC35435616E1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4A472C-B22C-41F2-9B88-C5768619380B}">
      <dsp:nvSpPr>
        <dsp:cNvPr id="0" name=""/>
        <dsp:cNvSpPr/>
      </dsp:nvSpPr>
      <dsp:spPr>
        <a:xfrm>
          <a:off x="0" y="1263988"/>
          <a:ext cx="8612307" cy="3444922"/>
        </a:xfrm>
        <a:prstGeom prst="leftRightRibb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70984D-8AC0-4ACD-AE25-07BF40B67AF7}">
      <dsp:nvSpPr>
        <dsp:cNvPr id="0" name=""/>
        <dsp:cNvSpPr/>
      </dsp:nvSpPr>
      <dsp:spPr>
        <a:xfrm>
          <a:off x="1033476" y="1908016"/>
          <a:ext cx="2842061" cy="168801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31572" rIns="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b="1" kern="1200" dirty="0">
              <a:solidFill>
                <a:schemeClr val="tx1"/>
              </a:solidFill>
            </a:rPr>
            <a:t>Numbers</a:t>
          </a:r>
        </a:p>
      </dsp:txBody>
      <dsp:txXfrm>
        <a:off x="1033476" y="1908016"/>
        <a:ext cx="2842061" cy="1688012"/>
      </dsp:txXfrm>
    </dsp:sp>
    <dsp:sp modelId="{2E800E88-0429-42AC-BE29-53BF6478843A}">
      <dsp:nvSpPr>
        <dsp:cNvPr id="0" name=""/>
        <dsp:cNvSpPr/>
      </dsp:nvSpPr>
      <dsp:spPr>
        <a:xfrm>
          <a:off x="4306153" y="2459204"/>
          <a:ext cx="3358799" cy="168801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31572" rIns="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b="1" kern="1200" dirty="0">
              <a:solidFill>
                <a:schemeClr val="tx1"/>
              </a:solidFill>
            </a:rPr>
            <a:t>Text/experiences</a:t>
          </a:r>
        </a:p>
      </dsp:txBody>
      <dsp:txXfrm>
        <a:off x="4306153" y="2459204"/>
        <a:ext cx="3358799" cy="16880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DD8BC2-4FB6-40E0-A11E-C4B6A5F39117}">
      <dsp:nvSpPr>
        <dsp:cNvPr id="0" name=""/>
        <dsp:cNvSpPr/>
      </dsp:nvSpPr>
      <dsp:spPr>
        <a:xfrm>
          <a:off x="5000" y="267279"/>
          <a:ext cx="4875609" cy="18720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178816" rIns="312928" bIns="178816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b="1" kern="1200" dirty="0">
              <a:solidFill>
                <a:schemeClr val="tx1"/>
              </a:solidFill>
            </a:rPr>
            <a:t>Interviews</a:t>
          </a:r>
        </a:p>
      </dsp:txBody>
      <dsp:txXfrm>
        <a:off x="5000" y="267279"/>
        <a:ext cx="4875609" cy="1872000"/>
      </dsp:txXfrm>
    </dsp:sp>
    <dsp:sp modelId="{EF714439-31F4-42D4-841F-AB054D28B9B5}">
      <dsp:nvSpPr>
        <dsp:cNvPr id="0" name=""/>
        <dsp:cNvSpPr/>
      </dsp:nvSpPr>
      <dsp:spPr>
        <a:xfrm>
          <a:off x="5000" y="2139279"/>
          <a:ext cx="4875609" cy="4075896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84480" bIns="32004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000" kern="1200" dirty="0"/>
            <a:t>One-to-one</a:t>
          </a: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000" kern="1200" dirty="0"/>
            <a:t>In-depth subjective opinions</a:t>
          </a: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000" kern="1200" dirty="0"/>
            <a:t>Sensitive topics</a:t>
          </a:r>
        </a:p>
      </dsp:txBody>
      <dsp:txXfrm>
        <a:off x="5000" y="2139279"/>
        <a:ext cx="4875609" cy="4075896"/>
      </dsp:txXfrm>
    </dsp:sp>
    <dsp:sp modelId="{5F32472A-9E3C-4414-83F1-EDA25F6D7376}">
      <dsp:nvSpPr>
        <dsp:cNvPr id="0" name=""/>
        <dsp:cNvSpPr/>
      </dsp:nvSpPr>
      <dsp:spPr>
        <a:xfrm>
          <a:off x="5563195" y="267279"/>
          <a:ext cx="4875609" cy="18720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80" tIns="162560" rIns="284480" bIns="16256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 dirty="0">
              <a:solidFill>
                <a:schemeClr val="tx1"/>
              </a:solidFill>
            </a:rPr>
            <a:t>Focus groups</a:t>
          </a:r>
        </a:p>
      </dsp:txBody>
      <dsp:txXfrm>
        <a:off x="5563195" y="267279"/>
        <a:ext cx="4875609" cy="1872000"/>
      </dsp:txXfrm>
    </dsp:sp>
    <dsp:sp modelId="{66170B7D-4C89-4E39-B2B7-D912499ECF24}">
      <dsp:nvSpPr>
        <dsp:cNvPr id="0" name=""/>
        <dsp:cNvSpPr/>
      </dsp:nvSpPr>
      <dsp:spPr>
        <a:xfrm>
          <a:off x="5563195" y="2139279"/>
          <a:ext cx="4875609" cy="4075896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84480" bIns="32004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000" kern="1200" dirty="0"/>
            <a:t>Group of people</a:t>
          </a: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000" kern="1200" dirty="0"/>
            <a:t>In-depth subjective opinions, social interaction</a:t>
          </a: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000" kern="1200" dirty="0"/>
            <a:t>Differences/ similarities</a:t>
          </a:r>
        </a:p>
      </dsp:txBody>
      <dsp:txXfrm>
        <a:off x="5563195" y="2139279"/>
        <a:ext cx="4875609" cy="4075896"/>
      </dsp:txXfrm>
    </dsp:sp>
    <dsp:sp modelId="{4CAD4ACA-E36E-407D-BF5C-383C9D5A1089}">
      <dsp:nvSpPr>
        <dsp:cNvPr id="0" name=""/>
        <dsp:cNvSpPr/>
      </dsp:nvSpPr>
      <dsp:spPr>
        <a:xfrm>
          <a:off x="11121390" y="267279"/>
          <a:ext cx="4875609" cy="18720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178816" rIns="312928" bIns="178816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b="1" kern="1200" dirty="0">
              <a:solidFill>
                <a:schemeClr val="tx1"/>
              </a:solidFill>
            </a:rPr>
            <a:t>Open-ended questionnaire</a:t>
          </a:r>
        </a:p>
      </dsp:txBody>
      <dsp:txXfrm>
        <a:off x="11121390" y="267279"/>
        <a:ext cx="4875609" cy="1872000"/>
      </dsp:txXfrm>
    </dsp:sp>
    <dsp:sp modelId="{692AE4F1-2005-426B-A9B5-5A5914B8CDA8}">
      <dsp:nvSpPr>
        <dsp:cNvPr id="0" name=""/>
        <dsp:cNvSpPr/>
      </dsp:nvSpPr>
      <dsp:spPr>
        <a:xfrm>
          <a:off x="11121390" y="2139279"/>
          <a:ext cx="4875609" cy="4075896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84480" bIns="32004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000" kern="1200" dirty="0"/>
            <a:t>Large(-</a:t>
          </a:r>
          <a:r>
            <a:rPr lang="en-GB" sz="4000" kern="1200" dirty="0" err="1"/>
            <a:t>ish</a:t>
          </a:r>
          <a:r>
            <a:rPr lang="en-GB" sz="4000" kern="1200" dirty="0"/>
            <a:t>) sample size, can be across geographies</a:t>
          </a: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000" kern="1200" dirty="0"/>
            <a:t>Less in-depth</a:t>
          </a: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000" kern="1200" dirty="0"/>
            <a:t>Offers anonymity</a:t>
          </a:r>
        </a:p>
      </dsp:txBody>
      <dsp:txXfrm>
        <a:off x="11121390" y="2139279"/>
        <a:ext cx="4875609" cy="40758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6EF4DA-CEEC-4FE2-97F7-D43D747293DD}">
      <dsp:nvSpPr>
        <dsp:cNvPr id="0" name=""/>
        <dsp:cNvSpPr/>
      </dsp:nvSpPr>
      <dsp:spPr>
        <a:xfrm>
          <a:off x="0" y="1174614"/>
          <a:ext cx="4000500" cy="128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101600" rIns="284480" bIns="101600" numCol="1" spcCol="1270" anchor="ctr" anchorCtr="0">
          <a:noAutofit/>
        </a:bodyPr>
        <a:lstStyle/>
        <a:p>
          <a:pPr marL="0" lvl="0" indent="0" algn="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 dirty="0"/>
            <a:t>Delphi</a:t>
          </a:r>
        </a:p>
      </dsp:txBody>
      <dsp:txXfrm>
        <a:off x="0" y="1174614"/>
        <a:ext cx="4000500" cy="1287000"/>
      </dsp:txXfrm>
    </dsp:sp>
    <dsp:sp modelId="{123C802D-8F8A-4DE3-AE62-C33CC782BA0C}">
      <dsp:nvSpPr>
        <dsp:cNvPr id="0" name=""/>
        <dsp:cNvSpPr/>
      </dsp:nvSpPr>
      <dsp:spPr>
        <a:xfrm>
          <a:off x="4000499" y="531114"/>
          <a:ext cx="800100" cy="2574000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67D8DA-EC64-45C8-BAC4-D2A3CF7B49A1}">
      <dsp:nvSpPr>
        <dsp:cNvPr id="0" name=""/>
        <dsp:cNvSpPr/>
      </dsp:nvSpPr>
      <dsp:spPr>
        <a:xfrm>
          <a:off x="5120639" y="531114"/>
          <a:ext cx="10881360" cy="2574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600" kern="1200" dirty="0"/>
            <a:t>Rounds of questionnaires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600" kern="1200" dirty="0"/>
            <a:t>Open- and closed-ended questions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600" kern="1200" dirty="0"/>
            <a:t>People rank options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600" kern="1200" dirty="0"/>
            <a:t>Can be conducted online</a:t>
          </a:r>
        </a:p>
      </dsp:txBody>
      <dsp:txXfrm>
        <a:off x="5120639" y="531114"/>
        <a:ext cx="10881360" cy="2574000"/>
      </dsp:txXfrm>
    </dsp:sp>
    <dsp:sp modelId="{D65DA948-7A30-4428-A3E3-124C31910A51}">
      <dsp:nvSpPr>
        <dsp:cNvPr id="0" name=""/>
        <dsp:cNvSpPr/>
      </dsp:nvSpPr>
      <dsp:spPr>
        <a:xfrm>
          <a:off x="0" y="3982614"/>
          <a:ext cx="4000500" cy="128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101600" rIns="284480" bIns="101600" numCol="1" spcCol="1270" anchor="ctr" anchorCtr="0">
          <a:noAutofit/>
        </a:bodyPr>
        <a:lstStyle/>
        <a:p>
          <a:pPr marL="0" lvl="0" indent="0" algn="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 dirty="0"/>
            <a:t>NGT</a:t>
          </a:r>
        </a:p>
      </dsp:txBody>
      <dsp:txXfrm>
        <a:off x="0" y="3982614"/>
        <a:ext cx="4000500" cy="1287000"/>
      </dsp:txXfrm>
    </dsp:sp>
    <dsp:sp modelId="{BB44E2F1-3526-4D94-94F7-3D5DF3EACE4E}">
      <dsp:nvSpPr>
        <dsp:cNvPr id="0" name=""/>
        <dsp:cNvSpPr/>
      </dsp:nvSpPr>
      <dsp:spPr>
        <a:xfrm>
          <a:off x="4000499" y="3339114"/>
          <a:ext cx="800100" cy="2574000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6A34EA-A5DD-4D44-ABDB-FC35435616E1}">
      <dsp:nvSpPr>
        <dsp:cNvPr id="0" name=""/>
        <dsp:cNvSpPr/>
      </dsp:nvSpPr>
      <dsp:spPr>
        <a:xfrm>
          <a:off x="5120639" y="3339114"/>
          <a:ext cx="10881360" cy="2574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600" kern="1200" dirty="0"/>
            <a:t>A bit like a focus group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600" kern="1200" dirty="0"/>
            <a:t>Set of specific activities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600" kern="1200" dirty="0"/>
            <a:t>People agree on ranking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600" kern="1200" dirty="0"/>
            <a:t>Online or in-person</a:t>
          </a:r>
        </a:p>
      </dsp:txBody>
      <dsp:txXfrm>
        <a:off x="5120639" y="3339114"/>
        <a:ext cx="10881360" cy="2574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8AC570-B13F-4862-BB87-64127DDCC916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C05E8-1713-4BCA-915A-8379CCC7E1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340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Discourse analysis – language and social interaction; GT – develop a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C05E8-1713-4BCA-915A-8379CCC7E18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602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NGT – Nominal Group Technique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C05E8-1713-4BCA-915A-8379CCC7E18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7294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0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12.pn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0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2.png"/><Relationship Id="rId9" Type="http://schemas.microsoft.com/office/2007/relationships/diagramDrawing" Target="../diagrams/drawin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10.pn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12.png"/><Relationship Id="rId9" Type="http://schemas.microsoft.com/office/2007/relationships/diagramDrawing" Target="../diagrams/drawing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724058" y="4225823"/>
            <a:ext cx="260347" cy="241297"/>
          </a:xfrm>
          <a:custGeom>
            <a:avLst/>
            <a:gdLst/>
            <a:ahLst/>
            <a:cxnLst/>
            <a:rect l="l" t="t" r="r" b="b"/>
            <a:pathLst>
              <a:path w="260347" h="241297">
                <a:moveTo>
                  <a:pt x="0" y="0"/>
                </a:moveTo>
                <a:lnTo>
                  <a:pt x="260347" y="0"/>
                </a:lnTo>
                <a:lnTo>
                  <a:pt x="260347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572857" y="4225823"/>
            <a:ext cx="260347" cy="241297"/>
          </a:xfrm>
          <a:custGeom>
            <a:avLst/>
            <a:gdLst/>
            <a:ahLst/>
            <a:cxnLst/>
            <a:rect l="l" t="t" r="r" b="b"/>
            <a:pathLst>
              <a:path w="260347" h="241297">
                <a:moveTo>
                  <a:pt x="0" y="0"/>
                </a:moveTo>
                <a:lnTo>
                  <a:pt x="260347" y="0"/>
                </a:lnTo>
                <a:lnTo>
                  <a:pt x="260347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149672" y="4225823"/>
            <a:ext cx="247650" cy="241297"/>
          </a:xfrm>
          <a:custGeom>
            <a:avLst/>
            <a:gdLst/>
            <a:ahLst/>
            <a:cxnLst/>
            <a:rect l="l" t="t" r="r" b="b"/>
            <a:pathLst>
              <a:path w="247650" h="241297">
                <a:moveTo>
                  <a:pt x="0" y="0"/>
                </a:moveTo>
                <a:lnTo>
                  <a:pt x="247650" y="0"/>
                </a:lnTo>
                <a:lnTo>
                  <a:pt x="247650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177172" y="4300061"/>
            <a:ext cx="3486150" cy="82553"/>
          </a:xfrm>
          <a:custGeom>
            <a:avLst/>
            <a:gdLst/>
            <a:ahLst/>
            <a:cxnLst/>
            <a:rect l="l" t="t" r="r" b="b"/>
            <a:pathLst>
              <a:path w="3486150" h="82553">
                <a:moveTo>
                  <a:pt x="0" y="0"/>
                </a:moveTo>
                <a:lnTo>
                  <a:pt x="3486150" y="0"/>
                </a:lnTo>
                <a:lnTo>
                  <a:pt x="3486150" y="82553"/>
                </a:lnTo>
                <a:lnTo>
                  <a:pt x="0" y="825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8852830" y="4300061"/>
            <a:ext cx="3486150" cy="82553"/>
          </a:xfrm>
          <a:custGeom>
            <a:avLst/>
            <a:gdLst/>
            <a:ahLst/>
            <a:cxnLst/>
            <a:rect l="l" t="t" r="r" b="b"/>
            <a:pathLst>
              <a:path w="3486150" h="82553">
                <a:moveTo>
                  <a:pt x="0" y="0"/>
                </a:moveTo>
                <a:lnTo>
                  <a:pt x="3486150" y="0"/>
                </a:lnTo>
                <a:lnTo>
                  <a:pt x="3486150" y="82553"/>
                </a:lnTo>
                <a:lnTo>
                  <a:pt x="0" y="825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-2238" y="0"/>
            <a:ext cx="8153400" cy="10287000"/>
            <a:chOff x="0" y="0"/>
            <a:chExt cx="10871200" cy="13716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871200" cy="13716000"/>
            </a:xfrm>
            <a:custGeom>
              <a:avLst/>
              <a:gdLst/>
              <a:ahLst/>
              <a:cxnLst/>
              <a:rect l="l" t="t" r="r" b="b"/>
              <a:pathLst>
                <a:path w="10871200" h="13716000">
                  <a:moveTo>
                    <a:pt x="0" y="0"/>
                  </a:moveTo>
                  <a:lnTo>
                    <a:pt x="10871200" y="0"/>
                  </a:lnTo>
                  <a:lnTo>
                    <a:pt x="1087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856707" y="-863679"/>
            <a:ext cx="9004297" cy="12414247"/>
            <a:chOff x="0" y="0"/>
            <a:chExt cx="12005729" cy="1655232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005691" cy="16552290"/>
            </a:xfrm>
            <a:custGeom>
              <a:avLst/>
              <a:gdLst/>
              <a:ahLst/>
              <a:cxnLst/>
              <a:rect l="l" t="t" r="r" b="b"/>
              <a:pathLst>
                <a:path w="12005691" h="16552290">
                  <a:moveTo>
                    <a:pt x="0" y="0"/>
                  </a:moveTo>
                  <a:lnTo>
                    <a:pt x="12005691" y="0"/>
                  </a:lnTo>
                  <a:lnTo>
                    <a:pt x="12005691" y="16552290"/>
                  </a:lnTo>
                  <a:lnTo>
                    <a:pt x="0" y="16552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6542" t="-4754" r="-6574" b="-475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36037" y="9146667"/>
            <a:ext cx="5289547" cy="1143000"/>
            <a:chOff x="0" y="0"/>
            <a:chExt cx="7052729" cy="1524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052691" cy="1524000"/>
            </a:xfrm>
            <a:custGeom>
              <a:avLst/>
              <a:gdLst/>
              <a:ahLst/>
              <a:cxnLst/>
              <a:rect l="l" t="t" r="r" b="b"/>
              <a:pathLst>
                <a:path w="7052691" h="1524000">
                  <a:moveTo>
                    <a:pt x="0" y="0"/>
                  </a:moveTo>
                  <a:lnTo>
                    <a:pt x="7052691" y="0"/>
                  </a:lnTo>
                  <a:lnTo>
                    <a:pt x="7052691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851468" y="4218680"/>
            <a:ext cx="8813797" cy="254003"/>
            <a:chOff x="17707370" y="8438091"/>
            <a:chExt cx="17618735" cy="506539"/>
          </a:xfrm>
        </p:grpSpPr>
        <p:sp>
          <p:nvSpPr>
            <p:cNvPr id="23" name="Freeform 23"/>
            <p:cNvSpPr/>
            <p:nvPr/>
          </p:nvSpPr>
          <p:spPr>
            <a:xfrm>
              <a:off x="-1" y="5"/>
              <a:ext cx="17618735" cy="506540"/>
            </a:xfrm>
            <a:custGeom>
              <a:avLst/>
              <a:gdLst/>
              <a:ahLst/>
              <a:cxnLst/>
              <a:rect l="l" t="t" r="r" b="b"/>
              <a:pathLst>
                <a:path w="17618735" h="506540">
                  <a:moveTo>
                    <a:pt x="17618735" y="0"/>
                  </a:moveTo>
                  <a:lnTo>
                    <a:pt x="17618735" y="506540"/>
                  </a:lnTo>
                  <a:lnTo>
                    <a:pt x="0" y="506540"/>
                  </a:lnTo>
                  <a:lnTo>
                    <a:pt x="0" y="0"/>
                  </a:lnTo>
                  <a:lnTo>
                    <a:pt x="176187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851468" y="5814317"/>
            <a:ext cx="8813797" cy="254003"/>
            <a:chOff x="17707370" y="11629370"/>
            <a:chExt cx="17618735" cy="506539"/>
          </a:xfrm>
        </p:grpSpPr>
        <p:sp>
          <p:nvSpPr>
            <p:cNvPr id="25" name="Freeform 25"/>
            <p:cNvSpPr/>
            <p:nvPr/>
          </p:nvSpPr>
          <p:spPr>
            <a:xfrm>
              <a:off x="-1" y="-5"/>
              <a:ext cx="17618735" cy="506540"/>
            </a:xfrm>
            <a:custGeom>
              <a:avLst/>
              <a:gdLst/>
              <a:ahLst/>
              <a:cxnLst/>
              <a:rect l="l" t="t" r="r" b="b"/>
              <a:pathLst>
                <a:path w="17618735" h="506540">
                  <a:moveTo>
                    <a:pt x="17618735" y="0"/>
                  </a:moveTo>
                  <a:lnTo>
                    <a:pt x="17618735" y="506539"/>
                  </a:lnTo>
                  <a:lnTo>
                    <a:pt x="0" y="506539"/>
                  </a:lnTo>
                  <a:lnTo>
                    <a:pt x="0" y="0"/>
                  </a:lnTo>
                  <a:lnTo>
                    <a:pt x="176187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47175" y="1610011"/>
            <a:ext cx="5364137" cy="210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4"/>
              </a:lnSpc>
            </a:pPr>
            <a:r>
              <a:rPr lang="en-US" sz="7247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Qualitative methods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61073" y="2781300"/>
            <a:ext cx="6272498" cy="123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rgbClr val="462250"/>
                </a:solidFill>
                <a:latin typeface="Arvo"/>
                <a:ea typeface="Arvo"/>
                <a:cs typeface="Arvo"/>
                <a:sym typeface="Arvo"/>
              </a:rPr>
              <a:t>Tanja Mueller,</a:t>
            </a:r>
            <a:r>
              <a:rPr lang="en-US" sz="3600" i="1" dirty="0">
                <a:solidFill>
                  <a:srgbClr val="462250"/>
                </a:solidFill>
                <a:latin typeface="Arvo Italics"/>
                <a:ea typeface="Arvo Italics"/>
                <a:cs typeface="Arvo Italics"/>
                <a:sym typeface="Arvo Italics"/>
              </a:rPr>
              <a:t> University of Strathclyde Glasgow/UK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26022" y="8351863"/>
            <a:ext cx="4396226" cy="561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FDFD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42nd Annual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-2905"/>
            <a:ext cx="18288000" cy="1435103"/>
            <a:chOff x="0" y="0"/>
            <a:chExt cx="24384000" cy="19134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913509"/>
            </a:xfrm>
            <a:custGeom>
              <a:avLst/>
              <a:gdLst/>
              <a:ahLst/>
              <a:cxnLst/>
              <a:rect l="l" t="t" r="r" b="b"/>
              <a:pathLst>
                <a:path w="24384000" h="1913509">
                  <a:moveTo>
                    <a:pt x="0" y="0"/>
                  </a:moveTo>
                  <a:lnTo>
                    <a:pt x="24384000" y="0"/>
                  </a:lnTo>
                  <a:lnTo>
                    <a:pt x="24384000" y="1913509"/>
                  </a:lnTo>
                  <a:lnTo>
                    <a:pt x="0" y="1913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99320" y="130797"/>
            <a:ext cx="5289547" cy="1276350"/>
            <a:chOff x="0" y="0"/>
            <a:chExt cx="7052729" cy="1701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52691" cy="1701800"/>
            </a:xfrm>
            <a:custGeom>
              <a:avLst/>
              <a:gdLst/>
              <a:ahLst/>
              <a:cxnLst/>
              <a:rect l="l" t="t" r="r" b="b"/>
              <a:pathLst>
                <a:path w="7052691" h="1701800">
                  <a:moveTo>
                    <a:pt x="0" y="0"/>
                  </a:moveTo>
                  <a:lnTo>
                    <a:pt x="7052691" y="0"/>
                  </a:lnTo>
                  <a:lnTo>
                    <a:pt x="7052691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044301" y="436997"/>
            <a:ext cx="4736716" cy="60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DFD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42nd Annual Meeting </a:t>
            </a:r>
          </a:p>
        </p:txBody>
      </p:sp>
      <p:sp>
        <p:nvSpPr>
          <p:cNvPr id="10" name="AutoShape 10"/>
          <p:cNvSpPr/>
          <p:nvPr/>
        </p:nvSpPr>
        <p:spPr>
          <a:xfrm>
            <a:off x="0" y="1432198"/>
            <a:ext cx="18323113" cy="0"/>
          </a:xfrm>
          <a:prstGeom prst="line">
            <a:avLst/>
          </a:prstGeom>
          <a:ln w="76200" cap="flat">
            <a:solidFill>
              <a:srgbClr val="F68D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1954CF1-2BA2-B8E2-CBCA-86696A74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8271"/>
            <a:ext cx="16763999" cy="11430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/>
              <a:t>What is qualitative research, and why do we need it?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3562A-5DB6-8A00-DE50-3C23D7DAE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AB5A230-F4F9-5F68-13FE-D83EAB4AD57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2E583CD-E5C6-F329-9FE6-B33E2386A772}"/>
              </a:ext>
            </a:extLst>
          </p:cNvPr>
          <p:cNvGrpSpPr/>
          <p:nvPr/>
        </p:nvGrpSpPr>
        <p:grpSpPr>
          <a:xfrm>
            <a:off x="0" y="-2905"/>
            <a:ext cx="18288000" cy="1435103"/>
            <a:chOff x="0" y="0"/>
            <a:chExt cx="24384000" cy="19134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133AFB1-B135-E629-000A-60BB5604702B}"/>
                </a:ext>
              </a:extLst>
            </p:cNvPr>
            <p:cNvSpPr/>
            <p:nvPr/>
          </p:nvSpPr>
          <p:spPr>
            <a:xfrm>
              <a:off x="0" y="0"/>
              <a:ext cx="24384000" cy="1913509"/>
            </a:xfrm>
            <a:custGeom>
              <a:avLst/>
              <a:gdLst/>
              <a:ahLst/>
              <a:cxnLst/>
              <a:rect l="l" t="t" r="r" b="b"/>
              <a:pathLst>
                <a:path w="24384000" h="1913509">
                  <a:moveTo>
                    <a:pt x="0" y="0"/>
                  </a:moveTo>
                  <a:lnTo>
                    <a:pt x="24384000" y="0"/>
                  </a:lnTo>
                  <a:lnTo>
                    <a:pt x="24384000" y="1913509"/>
                  </a:lnTo>
                  <a:lnTo>
                    <a:pt x="0" y="1913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4A13EEE0-FCFC-8199-0ABF-472483DB5DC2}"/>
              </a:ext>
            </a:extLst>
          </p:cNvPr>
          <p:cNvGrpSpPr/>
          <p:nvPr/>
        </p:nvGrpSpPr>
        <p:grpSpPr>
          <a:xfrm>
            <a:off x="12999320" y="130797"/>
            <a:ext cx="5289547" cy="1276350"/>
            <a:chOff x="0" y="0"/>
            <a:chExt cx="7052729" cy="1701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13C72DC-E9E5-4AFE-0CE1-7F0A5D067E9F}"/>
                </a:ext>
              </a:extLst>
            </p:cNvPr>
            <p:cNvSpPr/>
            <p:nvPr/>
          </p:nvSpPr>
          <p:spPr>
            <a:xfrm>
              <a:off x="0" y="0"/>
              <a:ext cx="7052691" cy="1701800"/>
            </a:xfrm>
            <a:custGeom>
              <a:avLst/>
              <a:gdLst/>
              <a:ahLst/>
              <a:cxnLst/>
              <a:rect l="l" t="t" r="r" b="b"/>
              <a:pathLst>
                <a:path w="7052691" h="1701800">
                  <a:moveTo>
                    <a:pt x="0" y="0"/>
                  </a:moveTo>
                  <a:lnTo>
                    <a:pt x="7052691" y="0"/>
                  </a:lnTo>
                  <a:lnTo>
                    <a:pt x="7052691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EFED2BCC-57E8-053C-A9E5-D1DE6C43E767}"/>
              </a:ext>
            </a:extLst>
          </p:cNvPr>
          <p:cNvSpPr txBox="1"/>
          <p:nvPr/>
        </p:nvSpPr>
        <p:spPr>
          <a:xfrm>
            <a:off x="8044301" y="436997"/>
            <a:ext cx="4736716" cy="60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DFD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42nd Annual Meeting 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EF2D0973-5B60-397E-9939-D00914AC54D5}"/>
              </a:ext>
            </a:extLst>
          </p:cNvPr>
          <p:cNvSpPr/>
          <p:nvPr/>
        </p:nvSpPr>
        <p:spPr>
          <a:xfrm>
            <a:off x="0" y="1432198"/>
            <a:ext cx="18323113" cy="0"/>
          </a:xfrm>
          <a:prstGeom prst="line">
            <a:avLst/>
          </a:prstGeom>
          <a:ln w="76200" cap="flat">
            <a:solidFill>
              <a:srgbClr val="F68D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1B56443-1870-2382-BBC7-F21999DE0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8271"/>
            <a:ext cx="16763999" cy="11430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/>
              <a:t>Quantitative vs qualitative research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95942266-7676-1DB1-060D-E7AC3C31B7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028147"/>
              </p:ext>
            </p:extLst>
          </p:nvPr>
        </p:nvGraphicFramePr>
        <p:xfrm>
          <a:off x="757082" y="3355467"/>
          <a:ext cx="8612307" cy="6055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4" name="Oval 13">
            <a:extLst>
              <a:ext uri="{FF2B5EF4-FFF2-40B4-BE49-F238E27FC236}">
                <a16:creationId xmlns:a16="http://schemas.microsoft.com/office/drawing/2014/main" id="{14ADD24F-2EEB-0A96-63C5-AB1DD16C6E5A}"/>
              </a:ext>
            </a:extLst>
          </p:cNvPr>
          <p:cNvSpPr/>
          <p:nvPr/>
        </p:nvSpPr>
        <p:spPr>
          <a:xfrm>
            <a:off x="9225119" y="3284790"/>
            <a:ext cx="4648199" cy="26670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4000" b="1" dirty="0"/>
              <a:t>Human/</a:t>
            </a:r>
          </a:p>
          <a:p>
            <a:pPr algn="ctr"/>
            <a:r>
              <a:rPr lang="en-GB" sz="4000" b="1" dirty="0"/>
              <a:t>social context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9C0443D-4A7D-D467-D369-CE7D6FC742E5}"/>
              </a:ext>
            </a:extLst>
          </p:cNvPr>
          <p:cNvSpPr/>
          <p:nvPr/>
        </p:nvSpPr>
        <p:spPr>
          <a:xfrm>
            <a:off x="13319979" y="5060421"/>
            <a:ext cx="4648199" cy="26670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4000" b="1" dirty="0"/>
              <a:t>Triangulation of findings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7382A09-976D-70FC-9836-0B29F51C8F32}"/>
              </a:ext>
            </a:extLst>
          </p:cNvPr>
          <p:cNvSpPr/>
          <p:nvPr/>
        </p:nvSpPr>
        <p:spPr>
          <a:xfrm>
            <a:off x="9372600" y="7048500"/>
            <a:ext cx="4648199" cy="26670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4000" b="1" dirty="0"/>
              <a:t>Deeper understanding</a:t>
            </a:r>
          </a:p>
        </p:txBody>
      </p:sp>
    </p:spTree>
    <p:extLst>
      <p:ext uri="{BB962C8B-B14F-4D97-AF65-F5344CB8AC3E}">
        <p14:creationId xmlns:p14="http://schemas.microsoft.com/office/powerpoint/2010/main" val="250613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AsOne/>
      </p:bldGraphic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9B336-57A0-9921-6CB7-E16C949E4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9AB364-1BBD-20D0-478E-CECCD2C3385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4DF5FA8-17FE-242F-8A45-3A4911311C88}"/>
              </a:ext>
            </a:extLst>
          </p:cNvPr>
          <p:cNvGrpSpPr/>
          <p:nvPr/>
        </p:nvGrpSpPr>
        <p:grpSpPr>
          <a:xfrm>
            <a:off x="0" y="-2905"/>
            <a:ext cx="18288000" cy="1435103"/>
            <a:chOff x="0" y="0"/>
            <a:chExt cx="24384000" cy="19134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AF26C21-1042-183B-0C63-1CF0367A98CF}"/>
                </a:ext>
              </a:extLst>
            </p:cNvPr>
            <p:cNvSpPr/>
            <p:nvPr/>
          </p:nvSpPr>
          <p:spPr>
            <a:xfrm>
              <a:off x="0" y="0"/>
              <a:ext cx="24384000" cy="1913509"/>
            </a:xfrm>
            <a:custGeom>
              <a:avLst/>
              <a:gdLst/>
              <a:ahLst/>
              <a:cxnLst/>
              <a:rect l="l" t="t" r="r" b="b"/>
              <a:pathLst>
                <a:path w="24384000" h="1913509">
                  <a:moveTo>
                    <a:pt x="0" y="0"/>
                  </a:moveTo>
                  <a:lnTo>
                    <a:pt x="24384000" y="0"/>
                  </a:lnTo>
                  <a:lnTo>
                    <a:pt x="24384000" y="1913509"/>
                  </a:lnTo>
                  <a:lnTo>
                    <a:pt x="0" y="1913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10C8E85A-E643-2F1A-8FE4-27995A80733F}"/>
              </a:ext>
            </a:extLst>
          </p:cNvPr>
          <p:cNvGrpSpPr/>
          <p:nvPr/>
        </p:nvGrpSpPr>
        <p:grpSpPr>
          <a:xfrm>
            <a:off x="12999320" y="130797"/>
            <a:ext cx="5289547" cy="1276350"/>
            <a:chOff x="0" y="0"/>
            <a:chExt cx="7052729" cy="1701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8293F64-C02C-30B6-2C3D-C4BF4BA444EF}"/>
                </a:ext>
              </a:extLst>
            </p:cNvPr>
            <p:cNvSpPr/>
            <p:nvPr/>
          </p:nvSpPr>
          <p:spPr>
            <a:xfrm>
              <a:off x="0" y="0"/>
              <a:ext cx="7052691" cy="1701800"/>
            </a:xfrm>
            <a:custGeom>
              <a:avLst/>
              <a:gdLst/>
              <a:ahLst/>
              <a:cxnLst/>
              <a:rect l="l" t="t" r="r" b="b"/>
              <a:pathLst>
                <a:path w="7052691" h="1701800">
                  <a:moveTo>
                    <a:pt x="0" y="0"/>
                  </a:moveTo>
                  <a:lnTo>
                    <a:pt x="7052691" y="0"/>
                  </a:lnTo>
                  <a:lnTo>
                    <a:pt x="7052691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39739156-7845-916D-9493-204C77FA9F07}"/>
              </a:ext>
            </a:extLst>
          </p:cNvPr>
          <p:cNvSpPr txBox="1"/>
          <p:nvPr/>
        </p:nvSpPr>
        <p:spPr>
          <a:xfrm>
            <a:off x="8044301" y="436997"/>
            <a:ext cx="4736716" cy="60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DFD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42nd Annual Meeting 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5B9F796E-E6C2-F76B-C455-31A754195186}"/>
              </a:ext>
            </a:extLst>
          </p:cNvPr>
          <p:cNvSpPr/>
          <p:nvPr/>
        </p:nvSpPr>
        <p:spPr>
          <a:xfrm>
            <a:off x="0" y="1432198"/>
            <a:ext cx="18323113" cy="0"/>
          </a:xfrm>
          <a:prstGeom prst="line">
            <a:avLst/>
          </a:prstGeom>
          <a:ln w="76200" cap="flat">
            <a:solidFill>
              <a:srgbClr val="F68D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BBD4EDF-F44B-90EB-FD5B-8B40F5E3C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8271"/>
            <a:ext cx="16763999" cy="11430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/>
              <a:t>What is qualitative research, and why do we need it?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786FB1F-3DBA-6DDF-136E-C8494FAC8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3619500"/>
            <a:ext cx="15697200" cy="6016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800" b="1" dirty="0"/>
              <a:t>In a nutshell, analysis of non-numerical data (e.g., text)</a:t>
            </a:r>
          </a:p>
          <a:p>
            <a:pPr marL="457200" indent="-457200"/>
            <a:r>
              <a:rPr lang="en-GB" sz="4400" dirty="0"/>
              <a:t>Primarily to understand the “</a:t>
            </a:r>
            <a:r>
              <a:rPr lang="en-GB" sz="4400" b="1" dirty="0">
                <a:solidFill>
                  <a:schemeClr val="accent4"/>
                </a:solidFill>
              </a:rPr>
              <a:t>how</a:t>
            </a:r>
            <a:r>
              <a:rPr lang="en-GB" sz="4400" dirty="0"/>
              <a:t>” and, most importantly, the “</a:t>
            </a:r>
            <a:r>
              <a:rPr lang="en-GB" sz="4400" b="1" dirty="0">
                <a:solidFill>
                  <a:schemeClr val="accent4"/>
                </a:solidFill>
              </a:rPr>
              <a:t>why</a:t>
            </a:r>
            <a:r>
              <a:rPr lang="en-GB" sz="4400" dirty="0"/>
              <a:t>”</a:t>
            </a:r>
          </a:p>
          <a:p>
            <a:pPr marL="457200" indent="-457200"/>
            <a:r>
              <a:rPr lang="en-GB" sz="4400" dirty="0"/>
              <a:t>E.g., to understand concepts, experiences, emotions, or perceptions; to generate hypotheses; to develop and/or evaluate interventions</a:t>
            </a:r>
          </a:p>
          <a:p>
            <a:pPr marL="457200" indent="-457200"/>
            <a:r>
              <a:rPr lang="en-GB" sz="4400" dirty="0"/>
              <a:t>More subjective than quantitative methods but providing in-depth insights  </a:t>
            </a:r>
          </a:p>
        </p:txBody>
      </p:sp>
    </p:spTree>
    <p:extLst>
      <p:ext uri="{BB962C8B-B14F-4D97-AF65-F5344CB8AC3E}">
        <p14:creationId xmlns:p14="http://schemas.microsoft.com/office/powerpoint/2010/main" val="157501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369F3-86FA-F7D0-DB4F-06D52C9F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932F94-4BE9-FB5B-F9D3-B68149A6A6C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BD4CDA2-5FCB-5CD2-9339-3EA45D51C97C}"/>
              </a:ext>
            </a:extLst>
          </p:cNvPr>
          <p:cNvGrpSpPr/>
          <p:nvPr/>
        </p:nvGrpSpPr>
        <p:grpSpPr>
          <a:xfrm>
            <a:off x="0" y="-2905"/>
            <a:ext cx="18288000" cy="1435103"/>
            <a:chOff x="0" y="0"/>
            <a:chExt cx="24384000" cy="19134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C6F46B5-AC8A-8FB4-2314-E4D693A178A3}"/>
                </a:ext>
              </a:extLst>
            </p:cNvPr>
            <p:cNvSpPr/>
            <p:nvPr/>
          </p:nvSpPr>
          <p:spPr>
            <a:xfrm>
              <a:off x="0" y="0"/>
              <a:ext cx="24384000" cy="1913509"/>
            </a:xfrm>
            <a:custGeom>
              <a:avLst/>
              <a:gdLst/>
              <a:ahLst/>
              <a:cxnLst/>
              <a:rect l="l" t="t" r="r" b="b"/>
              <a:pathLst>
                <a:path w="24384000" h="1913509">
                  <a:moveTo>
                    <a:pt x="0" y="0"/>
                  </a:moveTo>
                  <a:lnTo>
                    <a:pt x="24384000" y="0"/>
                  </a:lnTo>
                  <a:lnTo>
                    <a:pt x="24384000" y="1913509"/>
                  </a:lnTo>
                  <a:lnTo>
                    <a:pt x="0" y="1913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B1B88080-E45D-FDC4-6F61-E0FC37C554B4}"/>
              </a:ext>
            </a:extLst>
          </p:cNvPr>
          <p:cNvGrpSpPr/>
          <p:nvPr/>
        </p:nvGrpSpPr>
        <p:grpSpPr>
          <a:xfrm>
            <a:off x="12999320" y="130797"/>
            <a:ext cx="5289547" cy="1276350"/>
            <a:chOff x="0" y="0"/>
            <a:chExt cx="7052729" cy="1701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C4EE3FB-6F07-0264-D7E4-908A33F2B5C7}"/>
                </a:ext>
              </a:extLst>
            </p:cNvPr>
            <p:cNvSpPr/>
            <p:nvPr/>
          </p:nvSpPr>
          <p:spPr>
            <a:xfrm>
              <a:off x="0" y="0"/>
              <a:ext cx="7052691" cy="1701800"/>
            </a:xfrm>
            <a:custGeom>
              <a:avLst/>
              <a:gdLst/>
              <a:ahLst/>
              <a:cxnLst/>
              <a:rect l="l" t="t" r="r" b="b"/>
              <a:pathLst>
                <a:path w="7052691" h="1701800">
                  <a:moveTo>
                    <a:pt x="0" y="0"/>
                  </a:moveTo>
                  <a:lnTo>
                    <a:pt x="7052691" y="0"/>
                  </a:lnTo>
                  <a:lnTo>
                    <a:pt x="7052691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05F44815-25D0-EAE6-1D83-619762CFE683}"/>
              </a:ext>
            </a:extLst>
          </p:cNvPr>
          <p:cNvSpPr txBox="1"/>
          <p:nvPr/>
        </p:nvSpPr>
        <p:spPr>
          <a:xfrm>
            <a:off x="8044301" y="436997"/>
            <a:ext cx="4736716" cy="60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DFD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42nd Annual Meeting 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CC423F0A-B415-9B43-0502-E6ABEDDF3805}"/>
              </a:ext>
            </a:extLst>
          </p:cNvPr>
          <p:cNvSpPr/>
          <p:nvPr/>
        </p:nvSpPr>
        <p:spPr>
          <a:xfrm>
            <a:off x="0" y="1432198"/>
            <a:ext cx="18323113" cy="0"/>
          </a:xfrm>
          <a:prstGeom prst="line">
            <a:avLst/>
          </a:prstGeom>
          <a:ln w="76200" cap="flat">
            <a:solidFill>
              <a:srgbClr val="F68D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C485515-EE1D-CE78-0EB9-125DFEDF5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8271"/>
            <a:ext cx="16763999" cy="11430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/>
              <a:t>Research questions suitable for qualitative research – examples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E4BCA9-A8E5-A254-2535-6A43E79F3B6F}"/>
              </a:ext>
            </a:extLst>
          </p:cNvPr>
          <p:cNvSpPr txBox="1"/>
          <p:nvPr/>
        </p:nvSpPr>
        <p:spPr>
          <a:xfrm>
            <a:off x="1409700" y="3695700"/>
            <a:ext cx="1546860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Are prescribers and/or patients aware of the potential environmental impact of medicines?</a:t>
            </a:r>
          </a:p>
          <a:p>
            <a:endParaRPr lang="en-GB" sz="2800" dirty="0"/>
          </a:p>
          <a:p>
            <a:r>
              <a:rPr lang="en-GB" sz="4000" dirty="0"/>
              <a:t>Do hospital stakeholders feel a sense of responsibility towards reducing green house gas emissions?</a:t>
            </a:r>
          </a:p>
          <a:p>
            <a:endParaRPr lang="en-GB" sz="4000" dirty="0"/>
          </a:p>
          <a:p>
            <a:r>
              <a:rPr lang="en-GB" sz="4000" dirty="0"/>
              <a:t>What are perceived barriers and facilitators to engaging in a community pharmacy-based inhaler disposal and recycling scheme?</a:t>
            </a:r>
          </a:p>
          <a:p>
            <a:endParaRPr lang="en-GB" sz="2800" dirty="0"/>
          </a:p>
          <a:p>
            <a:r>
              <a:rPr lang="en-GB" sz="4000" dirty="0"/>
              <a:t>How can healthcare providers reduce their carbon footprint?</a:t>
            </a:r>
          </a:p>
        </p:txBody>
      </p:sp>
    </p:spTree>
    <p:extLst>
      <p:ext uri="{BB962C8B-B14F-4D97-AF65-F5344CB8AC3E}">
        <p14:creationId xmlns:p14="http://schemas.microsoft.com/office/powerpoint/2010/main" val="277570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7CC8A-041E-CC50-8305-735C0DDEC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2F8D9B-6137-293A-5FB8-5E9517F8034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BE99C21-282B-397F-1C9A-F23E67EFD3E0}"/>
              </a:ext>
            </a:extLst>
          </p:cNvPr>
          <p:cNvGrpSpPr/>
          <p:nvPr/>
        </p:nvGrpSpPr>
        <p:grpSpPr>
          <a:xfrm>
            <a:off x="0" y="-2905"/>
            <a:ext cx="18288000" cy="1435103"/>
            <a:chOff x="0" y="0"/>
            <a:chExt cx="24384000" cy="19134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1946BF0-D09C-8968-F517-89BCDF5841BE}"/>
                </a:ext>
              </a:extLst>
            </p:cNvPr>
            <p:cNvSpPr/>
            <p:nvPr/>
          </p:nvSpPr>
          <p:spPr>
            <a:xfrm>
              <a:off x="0" y="0"/>
              <a:ext cx="24384000" cy="1913509"/>
            </a:xfrm>
            <a:custGeom>
              <a:avLst/>
              <a:gdLst/>
              <a:ahLst/>
              <a:cxnLst/>
              <a:rect l="l" t="t" r="r" b="b"/>
              <a:pathLst>
                <a:path w="24384000" h="1913509">
                  <a:moveTo>
                    <a:pt x="0" y="0"/>
                  </a:moveTo>
                  <a:lnTo>
                    <a:pt x="24384000" y="0"/>
                  </a:lnTo>
                  <a:lnTo>
                    <a:pt x="24384000" y="1913509"/>
                  </a:lnTo>
                  <a:lnTo>
                    <a:pt x="0" y="1913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90EE512F-DAA3-145A-C6F0-0A336A8AA216}"/>
              </a:ext>
            </a:extLst>
          </p:cNvPr>
          <p:cNvGrpSpPr/>
          <p:nvPr/>
        </p:nvGrpSpPr>
        <p:grpSpPr>
          <a:xfrm>
            <a:off x="12999320" y="130797"/>
            <a:ext cx="5289547" cy="1276350"/>
            <a:chOff x="0" y="0"/>
            <a:chExt cx="7052729" cy="1701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F07671F-8ED8-5D72-F86A-60A483FBC602}"/>
                </a:ext>
              </a:extLst>
            </p:cNvPr>
            <p:cNvSpPr/>
            <p:nvPr/>
          </p:nvSpPr>
          <p:spPr>
            <a:xfrm>
              <a:off x="0" y="0"/>
              <a:ext cx="7052691" cy="1701800"/>
            </a:xfrm>
            <a:custGeom>
              <a:avLst/>
              <a:gdLst/>
              <a:ahLst/>
              <a:cxnLst/>
              <a:rect l="l" t="t" r="r" b="b"/>
              <a:pathLst>
                <a:path w="7052691" h="1701800">
                  <a:moveTo>
                    <a:pt x="0" y="0"/>
                  </a:moveTo>
                  <a:lnTo>
                    <a:pt x="7052691" y="0"/>
                  </a:lnTo>
                  <a:lnTo>
                    <a:pt x="7052691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8A5325E7-75FB-BDCE-56FF-1EC6293F726F}"/>
              </a:ext>
            </a:extLst>
          </p:cNvPr>
          <p:cNvSpPr txBox="1"/>
          <p:nvPr/>
        </p:nvSpPr>
        <p:spPr>
          <a:xfrm>
            <a:off x="8044301" y="436997"/>
            <a:ext cx="4736716" cy="60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DFD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42nd Annual Meeting 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32DD96DE-4B57-E632-3BF3-20AFF6A1ECE9}"/>
              </a:ext>
            </a:extLst>
          </p:cNvPr>
          <p:cNvSpPr/>
          <p:nvPr/>
        </p:nvSpPr>
        <p:spPr>
          <a:xfrm>
            <a:off x="0" y="1432198"/>
            <a:ext cx="18323113" cy="0"/>
          </a:xfrm>
          <a:prstGeom prst="line">
            <a:avLst/>
          </a:prstGeom>
          <a:ln w="76200" cap="flat">
            <a:solidFill>
              <a:srgbClr val="F68D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9014754-4C11-2A6A-7C12-B6E5C9900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8271"/>
            <a:ext cx="16763999" cy="11430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/>
              <a:t>Data collection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165908A-7998-9082-E890-7B24481A8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543300"/>
            <a:ext cx="16230600" cy="6016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400" b="1" dirty="0"/>
              <a:t>Qualitative research usually involves collecting primary data</a:t>
            </a:r>
          </a:p>
          <a:p>
            <a:pPr marL="971550" lvl="1" indent="-571500">
              <a:buFont typeface="Arial" panose="020B0604020202020204" pitchFamily="34" charset="0"/>
              <a:buChar char="•"/>
            </a:pPr>
            <a:r>
              <a:rPr lang="en-GB" sz="4000" dirty="0"/>
              <a:t>Focus groups </a:t>
            </a:r>
          </a:p>
          <a:p>
            <a:pPr marL="971550" lvl="1" indent="-571500">
              <a:buFont typeface="Arial" panose="020B0604020202020204" pitchFamily="34" charset="0"/>
              <a:buChar char="•"/>
            </a:pPr>
            <a:r>
              <a:rPr lang="en-GB" sz="4000" dirty="0"/>
              <a:t>Interviews </a:t>
            </a:r>
          </a:p>
          <a:p>
            <a:pPr marL="971550" lvl="1" indent="-571500">
              <a:buFont typeface="Arial" panose="020B0604020202020204" pitchFamily="34" charset="0"/>
              <a:buChar char="•"/>
            </a:pPr>
            <a:r>
              <a:rPr lang="en-GB" sz="4000" dirty="0"/>
              <a:t>Surveys</a:t>
            </a:r>
          </a:p>
          <a:p>
            <a:pPr marL="400050" lvl="1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4400" b="1" dirty="0"/>
              <a:t>However, using secondary data can sometimes be useful</a:t>
            </a:r>
          </a:p>
          <a:p>
            <a:pPr marL="971550" lvl="1" indent="-571500">
              <a:buFont typeface="Arial" panose="020B0604020202020204" pitchFamily="34" charset="0"/>
              <a:buChar char="•"/>
            </a:pPr>
            <a:r>
              <a:rPr lang="en-GB" sz="4000" dirty="0"/>
              <a:t>Documents, websites</a:t>
            </a:r>
          </a:p>
          <a:p>
            <a:pPr marL="971550" lvl="1" indent="-571500">
              <a:buFont typeface="Arial" panose="020B0604020202020204" pitchFamily="34" charset="0"/>
              <a:buChar char="•"/>
            </a:pPr>
            <a:r>
              <a:rPr lang="en-GB" sz="4000" dirty="0"/>
              <a:t>Videos, images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329661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1F42E-CCD7-0811-A498-5BBB1ED05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9BD797-C0C8-B83C-077B-898F8A89F7F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8DEDAAE-C1AB-B199-BE2B-B252498369E1}"/>
              </a:ext>
            </a:extLst>
          </p:cNvPr>
          <p:cNvGrpSpPr/>
          <p:nvPr/>
        </p:nvGrpSpPr>
        <p:grpSpPr>
          <a:xfrm>
            <a:off x="0" y="-2905"/>
            <a:ext cx="18288000" cy="1435103"/>
            <a:chOff x="0" y="0"/>
            <a:chExt cx="24384000" cy="19134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69D1B63-18E1-BD57-847C-A1AEC5CAE078}"/>
                </a:ext>
              </a:extLst>
            </p:cNvPr>
            <p:cNvSpPr/>
            <p:nvPr/>
          </p:nvSpPr>
          <p:spPr>
            <a:xfrm>
              <a:off x="0" y="0"/>
              <a:ext cx="24384000" cy="1913509"/>
            </a:xfrm>
            <a:custGeom>
              <a:avLst/>
              <a:gdLst/>
              <a:ahLst/>
              <a:cxnLst/>
              <a:rect l="l" t="t" r="r" b="b"/>
              <a:pathLst>
                <a:path w="24384000" h="1913509">
                  <a:moveTo>
                    <a:pt x="0" y="0"/>
                  </a:moveTo>
                  <a:lnTo>
                    <a:pt x="24384000" y="0"/>
                  </a:lnTo>
                  <a:lnTo>
                    <a:pt x="24384000" y="1913509"/>
                  </a:lnTo>
                  <a:lnTo>
                    <a:pt x="0" y="1913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4043D3EC-A2A0-4F07-2864-2C9FC7C6B4F4}"/>
              </a:ext>
            </a:extLst>
          </p:cNvPr>
          <p:cNvGrpSpPr/>
          <p:nvPr/>
        </p:nvGrpSpPr>
        <p:grpSpPr>
          <a:xfrm>
            <a:off x="12999320" y="130797"/>
            <a:ext cx="5289547" cy="1276350"/>
            <a:chOff x="0" y="0"/>
            <a:chExt cx="7052729" cy="1701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7CC1987-AB1B-CEA6-7957-F8C040CE7EF2}"/>
                </a:ext>
              </a:extLst>
            </p:cNvPr>
            <p:cNvSpPr/>
            <p:nvPr/>
          </p:nvSpPr>
          <p:spPr>
            <a:xfrm>
              <a:off x="0" y="0"/>
              <a:ext cx="7052691" cy="1701800"/>
            </a:xfrm>
            <a:custGeom>
              <a:avLst/>
              <a:gdLst/>
              <a:ahLst/>
              <a:cxnLst/>
              <a:rect l="l" t="t" r="r" b="b"/>
              <a:pathLst>
                <a:path w="7052691" h="1701800">
                  <a:moveTo>
                    <a:pt x="0" y="0"/>
                  </a:moveTo>
                  <a:lnTo>
                    <a:pt x="7052691" y="0"/>
                  </a:lnTo>
                  <a:lnTo>
                    <a:pt x="7052691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8B2AE979-A0C1-6410-5FC7-B0E137E09ACB}"/>
              </a:ext>
            </a:extLst>
          </p:cNvPr>
          <p:cNvSpPr txBox="1"/>
          <p:nvPr/>
        </p:nvSpPr>
        <p:spPr>
          <a:xfrm>
            <a:off x="8044301" y="436997"/>
            <a:ext cx="4736716" cy="60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DFD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42nd Annual Meeting 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5D263EE8-1AFD-6A04-C2D4-E3535CA92E0B}"/>
              </a:ext>
            </a:extLst>
          </p:cNvPr>
          <p:cNvSpPr/>
          <p:nvPr/>
        </p:nvSpPr>
        <p:spPr>
          <a:xfrm>
            <a:off x="0" y="1432198"/>
            <a:ext cx="18323113" cy="0"/>
          </a:xfrm>
          <a:prstGeom prst="line">
            <a:avLst/>
          </a:prstGeom>
          <a:ln w="76200" cap="flat">
            <a:solidFill>
              <a:srgbClr val="F68D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50EFF09-CFA2-815B-859A-36BFB1DF0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8271"/>
            <a:ext cx="16763999" cy="11430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/>
              <a:t>Primary data collection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79735188-B9B4-A184-49C2-8662F6EADD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9427906"/>
              </p:ext>
            </p:extLst>
          </p:nvPr>
        </p:nvGraphicFramePr>
        <p:xfrm>
          <a:off x="1143000" y="3390900"/>
          <a:ext cx="16002000" cy="6482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57209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3A4D3-6F4A-EF2C-7A67-62F8315FD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2F70CB-DAA8-33BA-610A-93CBA108BF2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2F9DF68-E949-60BC-9E62-A2746433E0C2}"/>
              </a:ext>
            </a:extLst>
          </p:cNvPr>
          <p:cNvGrpSpPr/>
          <p:nvPr/>
        </p:nvGrpSpPr>
        <p:grpSpPr>
          <a:xfrm>
            <a:off x="0" y="-2905"/>
            <a:ext cx="18288000" cy="1435103"/>
            <a:chOff x="0" y="0"/>
            <a:chExt cx="24384000" cy="19134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58CA65F-F46F-6892-0491-BCF07B6C10FF}"/>
                </a:ext>
              </a:extLst>
            </p:cNvPr>
            <p:cNvSpPr/>
            <p:nvPr/>
          </p:nvSpPr>
          <p:spPr>
            <a:xfrm>
              <a:off x="0" y="0"/>
              <a:ext cx="24384000" cy="1913509"/>
            </a:xfrm>
            <a:custGeom>
              <a:avLst/>
              <a:gdLst/>
              <a:ahLst/>
              <a:cxnLst/>
              <a:rect l="l" t="t" r="r" b="b"/>
              <a:pathLst>
                <a:path w="24384000" h="1913509">
                  <a:moveTo>
                    <a:pt x="0" y="0"/>
                  </a:moveTo>
                  <a:lnTo>
                    <a:pt x="24384000" y="0"/>
                  </a:lnTo>
                  <a:lnTo>
                    <a:pt x="24384000" y="1913509"/>
                  </a:lnTo>
                  <a:lnTo>
                    <a:pt x="0" y="1913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B9908C8C-30CA-D663-EBA3-2EB475F98696}"/>
              </a:ext>
            </a:extLst>
          </p:cNvPr>
          <p:cNvGrpSpPr/>
          <p:nvPr/>
        </p:nvGrpSpPr>
        <p:grpSpPr>
          <a:xfrm>
            <a:off x="12999320" y="130797"/>
            <a:ext cx="5289547" cy="1276350"/>
            <a:chOff x="0" y="0"/>
            <a:chExt cx="7052729" cy="1701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941CD73-832A-B7D2-7813-44C3123B783C}"/>
                </a:ext>
              </a:extLst>
            </p:cNvPr>
            <p:cNvSpPr/>
            <p:nvPr/>
          </p:nvSpPr>
          <p:spPr>
            <a:xfrm>
              <a:off x="0" y="0"/>
              <a:ext cx="7052691" cy="1701800"/>
            </a:xfrm>
            <a:custGeom>
              <a:avLst/>
              <a:gdLst/>
              <a:ahLst/>
              <a:cxnLst/>
              <a:rect l="l" t="t" r="r" b="b"/>
              <a:pathLst>
                <a:path w="7052691" h="1701800">
                  <a:moveTo>
                    <a:pt x="0" y="0"/>
                  </a:moveTo>
                  <a:lnTo>
                    <a:pt x="7052691" y="0"/>
                  </a:lnTo>
                  <a:lnTo>
                    <a:pt x="7052691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2336A0E2-5AE0-5C53-44C6-7EF12C6C3880}"/>
              </a:ext>
            </a:extLst>
          </p:cNvPr>
          <p:cNvSpPr txBox="1"/>
          <p:nvPr/>
        </p:nvSpPr>
        <p:spPr>
          <a:xfrm>
            <a:off x="8044301" y="436997"/>
            <a:ext cx="4736716" cy="60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DFD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42nd Annual Meeting 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3CE099D7-AD71-83C3-F156-6233A764DD5A}"/>
              </a:ext>
            </a:extLst>
          </p:cNvPr>
          <p:cNvSpPr/>
          <p:nvPr/>
        </p:nvSpPr>
        <p:spPr>
          <a:xfrm>
            <a:off x="0" y="1432198"/>
            <a:ext cx="18323113" cy="0"/>
          </a:xfrm>
          <a:prstGeom prst="line">
            <a:avLst/>
          </a:prstGeom>
          <a:ln w="76200" cap="flat">
            <a:solidFill>
              <a:srgbClr val="F68D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DF62C37-35E2-8279-27C7-11F279C23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8271"/>
            <a:ext cx="16763999" cy="11430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/>
              <a:t>Data analysis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5F255A-C2FC-9CAA-EF2A-7517C2C9F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543300"/>
            <a:ext cx="16230600" cy="60167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4400" b="1" dirty="0"/>
              <a:t>Qualitative data can be analysed using various methods, depending on the research approach</a:t>
            </a:r>
          </a:p>
          <a:p>
            <a:pPr marL="971550" lvl="1" indent="-571500">
              <a:buFont typeface="Arial" panose="020B0604020202020204" pitchFamily="34" charset="0"/>
              <a:buChar char="•"/>
            </a:pPr>
            <a:r>
              <a:rPr lang="en-GB" sz="4000" dirty="0"/>
              <a:t>Inductive or deductive (i.e., with or without hypothesis)</a:t>
            </a:r>
          </a:p>
          <a:p>
            <a:pPr marL="971550" lvl="1" indent="-571500">
              <a:buFont typeface="Arial" panose="020B0604020202020204" pitchFamily="34" charset="0"/>
              <a:buChar char="•"/>
            </a:pPr>
            <a:r>
              <a:rPr lang="en-GB" sz="4000" dirty="0"/>
              <a:t>Exploratory or explanatory</a:t>
            </a:r>
          </a:p>
          <a:p>
            <a:pPr marL="971550" lvl="1" indent="-571500">
              <a:buFont typeface="Arial" panose="020B0604020202020204" pitchFamily="34" charset="0"/>
              <a:buChar char="•"/>
            </a:pPr>
            <a:r>
              <a:rPr lang="en-GB" sz="4000" dirty="0"/>
              <a:t>E.g., content / thematic / framework analysis; Discourse Analysis; Grounded Theory</a:t>
            </a:r>
          </a:p>
          <a:p>
            <a:pPr marL="971550" lvl="1" indent="-571500">
              <a:buFont typeface="Arial" panose="020B0604020202020204" pitchFamily="34" charset="0"/>
              <a:buChar char="•"/>
            </a:pPr>
            <a:r>
              <a:rPr lang="en-GB" sz="4000" dirty="0"/>
              <a:t>Can be informed by (or build on) an existing theory or framework, e.g., the Capability, Opportunity, Motivation – Behaviour (COM-B) model or the Theoretical Domains Framework (TDF)</a:t>
            </a:r>
          </a:p>
        </p:txBody>
      </p:sp>
    </p:spTree>
    <p:extLst>
      <p:ext uri="{BB962C8B-B14F-4D97-AF65-F5344CB8AC3E}">
        <p14:creationId xmlns:p14="http://schemas.microsoft.com/office/powerpoint/2010/main" val="2420458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583FB-7BCA-9AE7-64FF-1F86C2EEF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51A616-DE58-649B-9BAC-4FB9BFF7A27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EEAB66F-8955-60B6-6A91-CCB03B05FC63}"/>
              </a:ext>
            </a:extLst>
          </p:cNvPr>
          <p:cNvGrpSpPr/>
          <p:nvPr/>
        </p:nvGrpSpPr>
        <p:grpSpPr>
          <a:xfrm>
            <a:off x="0" y="-2905"/>
            <a:ext cx="18288000" cy="1435103"/>
            <a:chOff x="0" y="0"/>
            <a:chExt cx="24384000" cy="19134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8F11705-DB75-48FA-45F9-02EF3ED77DD6}"/>
                </a:ext>
              </a:extLst>
            </p:cNvPr>
            <p:cNvSpPr/>
            <p:nvPr/>
          </p:nvSpPr>
          <p:spPr>
            <a:xfrm>
              <a:off x="0" y="0"/>
              <a:ext cx="24384000" cy="1913509"/>
            </a:xfrm>
            <a:custGeom>
              <a:avLst/>
              <a:gdLst/>
              <a:ahLst/>
              <a:cxnLst/>
              <a:rect l="l" t="t" r="r" b="b"/>
              <a:pathLst>
                <a:path w="24384000" h="1913509">
                  <a:moveTo>
                    <a:pt x="0" y="0"/>
                  </a:moveTo>
                  <a:lnTo>
                    <a:pt x="24384000" y="0"/>
                  </a:lnTo>
                  <a:lnTo>
                    <a:pt x="24384000" y="1913509"/>
                  </a:lnTo>
                  <a:lnTo>
                    <a:pt x="0" y="1913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C3C1F66A-1055-7BFA-2C64-5AA38DB2DA05}"/>
              </a:ext>
            </a:extLst>
          </p:cNvPr>
          <p:cNvGrpSpPr/>
          <p:nvPr/>
        </p:nvGrpSpPr>
        <p:grpSpPr>
          <a:xfrm>
            <a:off x="12999320" y="130797"/>
            <a:ext cx="5289547" cy="1276350"/>
            <a:chOff x="0" y="0"/>
            <a:chExt cx="7052729" cy="1701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7F4AA8-9F79-FA1A-8641-B1F925A9457E}"/>
                </a:ext>
              </a:extLst>
            </p:cNvPr>
            <p:cNvSpPr/>
            <p:nvPr/>
          </p:nvSpPr>
          <p:spPr>
            <a:xfrm>
              <a:off x="0" y="0"/>
              <a:ext cx="7052691" cy="1701800"/>
            </a:xfrm>
            <a:custGeom>
              <a:avLst/>
              <a:gdLst/>
              <a:ahLst/>
              <a:cxnLst/>
              <a:rect l="l" t="t" r="r" b="b"/>
              <a:pathLst>
                <a:path w="7052691" h="1701800">
                  <a:moveTo>
                    <a:pt x="0" y="0"/>
                  </a:moveTo>
                  <a:lnTo>
                    <a:pt x="7052691" y="0"/>
                  </a:lnTo>
                  <a:lnTo>
                    <a:pt x="7052691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228AEDF4-DAD1-6BD8-CECD-5DE6FE925B4C}"/>
              </a:ext>
            </a:extLst>
          </p:cNvPr>
          <p:cNvSpPr txBox="1"/>
          <p:nvPr/>
        </p:nvSpPr>
        <p:spPr>
          <a:xfrm>
            <a:off x="8044301" y="436997"/>
            <a:ext cx="4736716" cy="60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DFD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42nd Annual Meeting 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5F09F99D-6769-95E3-E1AA-70AB590F079D}"/>
              </a:ext>
            </a:extLst>
          </p:cNvPr>
          <p:cNvSpPr/>
          <p:nvPr/>
        </p:nvSpPr>
        <p:spPr>
          <a:xfrm>
            <a:off x="0" y="1432198"/>
            <a:ext cx="18323113" cy="0"/>
          </a:xfrm>
          <a:prstGeom prst="line">
            <a:avLst/>
          </a:prstGeom>
          <a:ln w="76200" cap="flat">
            <a:solidFill>
              <a:srgbClr val="F68D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575566D-AEBD-3327-D258-5B660A446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8271"/>
            <a:ext cx="16763999" cy="11430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/>
              <a:t>Research questions suitable for qualitative research – examples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AAA22E-AADE-3FAF-35EC-D809737A86A6}"/>
              </a:ext>
            </a:extLst>
          </p:cNvPr>
          <p:cNvSpPr txBox="1"/>
          <p:nvPr/>
        </p:nvSpPr>
        <p:spPr>
          <a:xfrm>
            <a:off x="1140248" y="4515794"/>
            <a:ext cx="51435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Are prescribers and/or patients aware of the potential environmental impact of medicines?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BD5D87-ACA7-27FD-BBC1-074169842275}"/>
              </a:ext>
            </a:extLst>
          </p:cNvPr>
          <p:cNvSpPr/>
          <p:nvPr/>
        </p:nvSpPr>
        <p:spPr>
          <a:xfrm>
            <a:off x="6441065" y="3443871"/>
            <a:ext cx="5809030" cy="3737085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“</a:t>
            </a:r>
            <a:r>
              <a:rPr lang="en-GB" sz="3200" b="1" dirty="0"/>
              <a:t>Focus groups explored prescriber and public</a:t>
            </a:r>
          </a:p>
          <a:p>
            <a:pPr algn="ctr"/>
            <a:r>
              <a:rPr lang="en-GB" sz="3200" b="1" dirty="0"/>
              <a:t>perceptions of the topic.”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8144EB-AFB0-B03B-B6CE-EB23CFC568D0}"/>
              </a:ext>
            </a:extLst>
          </p:cNvPr>
          <p:cNvSpPr txBox="1"/>
          <p:nvPr/>
        </p:nvSpPr>
        <p:spPr>
          <a:xfrm>
            <a:off x="1231444" y="9406773"/>
            <a:ext cx="11371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Niemi et al (2025). BMJ Open, (15): e088066. DOI: 10.1136/ bmjopen-2024-088066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90572CA-A735-F176-848C-50005EF6D8E3}"/>
              </a:ext>
            </a:extLst>
          </p:cNvPr>
          <p:cNvSpPr/>
          <p:nvPr/>
        </p:nvSpPr>
        <p:spPr>
          <a:xfrm>
            <a:off x="11838402" y="5299815"/>
            <a:ext cx="6194812" cy="404132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“Interviews were […] transcribed</a:t>
            </a:r>
          </a:p>
          <a:p>
            <a:pPr algn="ctr"/>
            <a:r>
              <a:rPr lang="en-GB" sz="3200" b="1" dirty="0"/>
              <a:t>Verbatim […] and thematically analysed using constant comparison.”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CEF2791-4F79-C33C-E812-93EE540D38BC}"/>
              </a:ext>
            </a:extLst>
          </p:cNvPr>
          <p:cNvSpPr/>
          <p:nvPr/>
        </p:nvSpPr>
        <p:spPr>
          <a:xfrm>
            <a:off x="8035544" y="4532526"/>
            <a:ext cx="6194812" cy="4041329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“There is growing awareness […] but further education is required. Suggestions included […] clear medicine/packaging</a:t>
            </a:r>
          </a:p>
          <a:p>
            <a:pPr algn="ctr"/>
            <a:r>
              <a:rPr lang="en-GB" sz="3200" b="1" dirty="0"/>
              <a:t>Labelling […]” </a:t>
            </a:r>
          </a:p>
        </p:txBody>
      </p:sp>
    </p:spTree>
    <p:extLst>
      <p:ext uri="{BB962C8B-B14F-4D97-AF65-F5344CB8AC3E}">
        <p14:creationId xmlns:p14="http://schemas.microsoft.com/office/powerpoint/2010/main" val="54171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4C1E1-01DA-4FA1-9976-67C33CFB0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2E0F886-1E5E-1771-B23A-E197D14341E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660D978-CBC9-2F1D-7B04-068D7DD9B7E6}"/>
              </a:ext>
            </a:extLst>
          </p:cNvPr>
          <p:cNvGrpSpPr/>
          <p:nvPr/>
        </p:nvGrpSpPr>
        <p:grpSpPr>
          <a:xfrm>
            <a:off x="0" y="-2905"/>
            <a:ext cx="18288000" cy="1435103"/>
            <a:chOff x="0" y="0"/>
            <a:chExt cx="24384000" cy="19134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2A63177-AB4A-D9C1-A170-FDC4179B9AFC}"/>
                </a:ext>
              </a:extLst>
            </p:cNvPr>
            <p:cNvSpPr/>
            <p:nvPr/>
          </p:nvSpPr>
          <p:spPr>
            <a:xfrm>
              <a:off x="0" y="0"/>
              <a:ext cx="24384000" cy="1913509"/>
            </a:xfrm>
            <a:custGeom>
              <a:avLst/>
              <a:gdLst/>
              <a:ahLst/>
              <a:cxnLst/>
              <a:rect l="l" t="t" r="r" b="b"/>
              <a:pathLst>
                <a:path w="24384000" h="1913509">
                  <a:moveTo>
                    <a:pt x="0" y="0"/>
                  </a:moveTo>
                  <a:lnTo>
                    <a:pt x="24384000" y="0"/>
                  </a:lnTo>
                  <a:lnTo>
                    <a:pt x="24384000" y="1913509"/>
                  </a:lnTo>
                  <a:lnTo>
                    <a:pt x="0" y="1913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04514721-B770-7FCC-C20E-B76D6AC28117}"/>
              </a:ext>
            </a:extLst>
          </p:cNvPr>
          <p:cNvGrpSpPr/>
          <p:nvPr/>
        </p:nvGrpSpPr>
        <p:grpSpPr>
          <a:xfrm>
            <a:off x="12999320" y="130797"/>
            <a:ext cx="5289547" cy="1276350"/>
            <a:chOff x="0" y="0"/>
            <a:chExt cx="7052729" cy="1701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A50E663-8E92-4B68-51B7-F27C239DC24B}"/>
                </a:ext>
              </a:extLst>
            </p:cNvPr>
            <p:cNvSpPr/>
            <p:nvPr/>
          </p:nvSpPr>
          <p:spPr>
            <a:xfrm>
              <a:off x="0" y="0"/>
              <a:ext cx="7052691" cy="1701800"/>
            </a:xfrm>
            <a:custGeom>
              <a:avLst/>
              <a:gdLst/>
              <a:ahLst/>
              <a:cxnLst/>
              <a:rect l="l" t="t" r="r" b="b"/>
              <a:pathLst>
                <a:path w="7052691" h="1701800">
                  <a:moveTo>
                    <a:pt x="0" y="0"/>
                  </a:moveTo>
                  <a:lnTo>
                    <a:pt x="7052691" y="0"/>
                  </a:lnTo>
                  <a:lnTo>
                    <a:pt x="7052691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EBAC76A8-51F2-2B7E-FD4B-8420AC05878C}"/>
              </a:ext>
            </a:extLst>
          </p:cNvPr>
          <p:cNvSpPr txBox="1"/>
          <p:nvPr/>
        </p:nvSpPr>
        <p:spPr>
          <a:xfrm>
            <a:off x="8044301" y="436997"/>
            <a:ext cx="4736716" cy="60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DFD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42nd Annual Meeting 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3BA00A30-B49C-CF27-E985-3F577E9A29ED}"/>
              </a:ext>
            </a:extLst>
          </p:cNvPr>
          <p:cNvSpPr/>
          <p:nvPr/>
        </p:nvSpPr>
        <p:spPr>
          <a:xfrm>
            <a:off x="0" y="1432198"/>
            <a:ext cx="18323113" cy="0"/>
          </a:xfrm>
          <a:prstGeom prst="line">
            <a:avLst/>
          </a:prstGeom>
          <a:ln w="76200" cap="flat">
            <a:solidFill>
              <a:srgbClr val="F68D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6CC028C-582A-30E2-A09F-23AE252D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8271"/>
            <a:ext cx="16763999" cy="11430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/>
              <a:t>Research questions suitable for qualitative research – examples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3B194F-D864-E96D-244B-6DF3E347C52E}"/>
              </a:ext>
            </a:extLst>
          </p:cNvPr>
          <p:cNvSpPr txBox="1"/>
          <p:nvPr/>
        </p:nvSpPr>
        <p:spPr>
          <a:xfrm>
            <a:off x="1263399" y="4583886"/>
            <a:ext cx="59817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Do hospital stakeholders feel a sense of responsibility towards reducing green house gas emissions?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8E57426-687A-6391-EA6B-3EBEDB6BF35A}"/>
              </a:ext>
            </a:extLst>
          </p:cNvPr>
          <p:cNvSpPr/>
          <p:nvPr/>
        </p:nvSpPr>
        <p:spPr>
          <a:xfrm>
            <a:off x="7245099" y="3331085"/>
            <a:ext cx="5322677" cy="362482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“We conducted 29 semi-structured qualitative expert interviews […]”</a:t>
            </a:r>
            <a:endParaRPr lang="en-GB" sz="3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AC44CD-937F-8D22-74F5-B2D806478F6E}"/>
              </a:ext>
            </a:extLst>
          </p:cNvPr>
          <p:cNvSpPr txBox="1"/>
          <p:nvPr/>
        </p:nvSpPr>
        <p:spPr>
          <a:xfrm>
            <a:off x="1231444" y="9406773"/>
            <a:ext cx="14237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Quitman et al (2023). Journal of Medical Ethics, (49):204-2010. DOI: 10.1136/medethics-2021-107971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7E77E3F-E52A-8AD8-E0B4-8D981336AC7A}"/>
              </a:ext>
            </a:extLst>
          </p:cNvPr>
          <p:cNvSpPr/>
          <p:nvPr/>
        </p:nvSpPr>
        <p:spPr>
          <a:xfrm>
            <a:off x="11896115" y="5362153"/>
            <a:ext cx="5981700" cy="387543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“Interviews were transcribed verbatim and analysed using</a:t>
            </a:r>
          </a:p>
          <a:p>
            <a:pPr algn="ctr"/>
            <a:r>
              <a:rPr lang="en-GB" sz="3600" b="1" dirty="0"/>
              <a:t>the framework approach.”</a:t>
            </a:r>
            <a:endParaRPr lang="en-GB" sz="3200" b="1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947AAF5-92E3-02C4-76FB-FE7CB77F2B10}"/>
              </a:ext>
            </a:extLst>
          </p:cNvPr>
          <p:cNvSpPr/>
          <p:nvPr/>
        </p:nvSpPr>
        <p:spPr>
          <a:xfrm>
            <a:off x="8035544" y="3883058"/>
            <a:ext cx="7204456" cy="5103924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“[…] conflict between reducing</a:t>
            </a:r>
          </a:p>
          <a:p>
            <a:pPr algn="ctr"/>
            <a:r>
              <a:rPr lang="en-GB" sz="3200" b="1" dirty="0"/>
              <a:t>emissions and providing high-quality medical care</a:t>
            </a:r>
          </a:p>
          <a:p>
            <a:pPr algn="ctr"/>
            <a:r>
              <a:rPr lang="en-GB" sz="3200" b="1" dirty="0"/>
              <a:t>could be eased, if reducing emissions would [be justified] as a</a:t>
            </a:r>
          </a:p>
          <a:p>
            <a:pPr algn="ctr"/>
            <a:r>
              <a:rPr lang="en-GB" sz="3200" b="1" dirty="0"/>
              <a:t>contribution to preventing ill health.”</a:t>
            </a:r>
          </a:p>
        </p:txBody>
      </p:sp>
    </p:spTree>
    <p:extLst>
      <p:ext uri="{BB962C8B-B14F-4D97-AF65-F5344CB8AC3E}">
        <p14:creationId xmlns:p14="http://schemas.microsoft.com/office/powerpoint/2010/main" val="207891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434FB-CDC3-C229-90B5-B1D9C7B93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A6E6762-C0FB-1948-EB73-1494C6684F4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4763DE8-3311-30DE-9891-0B75710C7889}"/>
              </a:ext>
            </a:extLst>
          </p:cNvPr>
          <p:cNvGrpSpPr/>
          <p:nvPr/>
        </p:nvGrpSpPr>
        <p:grpSpPr>
          <a:xfrm>
            <a:off x="0" y="-2905"/>
            <a:ext cx="18288000" cy="1435103"/>
            <a:chOff x="0" y="0"/>
            <a:chExt cx="24384000" cy="19134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D268735-2D59-FF85-E783-4D485CDFAD42}"/>
                </a:ext>
              </a:extLst>
            </p:cNvPr>
            <p:cNvSpPr/>
            <p:nvPr/>
          </p:nvSpPr>
          <p:spPr>
            <a:xfrm>
              <a:off x="0" y="0"/>
              <a:ext cx="24384000" cy="1913509"/>
            </a:xfrm>
            <a:custGeom>
              <a:avLst/>
              <a:gdLst/>
              <a:ahLst/>
              <a:cxnLst/>
              <a:rect l="l" t="t" r="r" b="b"/>
              <a:pathLst>
                <a:path w="24384000" h="1913509">
                  <a:moveTo>
                    <a:pt x="0" y="0"/>
                  </a:moveTo>
                  <a:lnTo>
                    <a:pt x="24384000" y="0"/>
                  </a:lnTo>
                  <a:lnTo>
                    <a:pt x="24384000" y="1913509"/>
                  </a:lnTo>
                  <a:lnTo>
                    <a:pt x="0" y="1913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BDD9137-9D0F-F070-F189-007BE2B4958A}"/>
              </a:ext>
            </a:extLst>
          </p:cNvPr>
          <p:cNvGrpSpPr/>
          <p:nvPr/>
        </p:nvGrpSpPr>
        <p:grpSpPr>
          <a:xfrm>
            <a:off x="12999320" y="130797"/>
            <a:ext cx="5289547" cy="1276350"/>
            <a:chOff x="0" y="0"/>
            <a:chExt cx="7052729" cy="1701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9752EC6-7206-9031-147F-F2CF10F56092}"/>
                </a:ext>
              </a:extLst>
            </p:cNvPr>
            <p:cNvSpPr/>
            <p:nvPr/>
          </p:nvSpPr>
          <p:spPr>
            <a:xfrm>
              <a:off x="0" y="0"/>
              <a:ext cx="7052691" cy="1701800"/>
            </a:xfrm>
            <a:custGeom>
              <a:avLst/>
              <a:gdLst/>
              <a:ahLst/>
              <a:cxnLst/>
              <a:rect l="l" t="t" r="r" b="b"/>
              <a:pathLst>
                <a:path w="7052691" h="1701800">
                  <a:moveTo>
                    <a:pt x="0" y="0"/>
                  </a:moveTo>
                  <a:lnTo>
                    <a:pt x="7052691" y="0"/>
                  </a:lnTo>
                  <a:lnTo>
                    <a:pt x="7052691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9A0B70EE-CE40-80B2-E646-9C1BC8216275}"/>
              </a:ext>
            </a:extLst>
          </p:cNvPr>
          <p:cNvSpPr txBox="1"/>
          <p:nvPr/>
        </p:nvSpPr>
        <p:spPr>
          <a:xfrm>
            <a:off x="8044301" y="436997"/>
            <a:ext cx="4736716" cy="60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DFD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42nd Annual Meeting 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D831F7BA-5D3D-0D48-4A46-9F4EC6A6BEFA}"/>
              </a:ext>
            </a:extLst>
          </p:cNvPr>
          <p:cNvSpPr/>
          <p:nvPr/>
        </p:nvSpPr>
        <p:spPr>
          <a:xfrm>
            <a:off x="0" y="1432198"/>
            <a:ext cx="18323113" cy="0"/>
          </a:xfrm>
          <a:prstGeom prst="line">
            <a:avLst/>
          </a:prstGeom>
          <a:ln w="76200" cap="flat">
            <a:solidFill>
              <a:srgbClr val="F68D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2449DD5-9EBF-4B3D-7A55-280649469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8271"/>
            <a:ext cx="16763999" cy="11430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/>
              <a:t>Research questions suitable for qualitative research – examples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FC1A26-C88E-7BE2-0ED6-2097D2FC54B4}"/>
              </a:ext>
            </a:extLst>
          </p:cNvPr>
          <p:cNvSpPr txBox="1"/>
          <p:nvPr/>
        </p:nvSpPr>
        <p:spPr>
          <a:xfrm>
            <a:off x="1159065" y="4339893"/>
            <a:ext cx="58293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are perceived barriers and facilitators to engaging in a community pharmacy-based inhaler disposal and recycling scheme?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16377D0-8E01-2622-4CE6-A00CA016EFA2}"/>
              </a:ext>
            </a:extLst>
          </p:cNvPr>
          <p:cNvSpPr/>
          <p:nvPr/>
        </p:nvSpPr>
        <p:spPr>
          <a:xfrm>
            <a:off x="11430000" y="4686422"/>
            <a:ext cx="6601266" cy="453898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“Transcripts were analysed by mapping the data first to the COM-B model and then the TDF […] to gain behavioural insights.”</a:t>
            </a:r>
            <a:endParaRPr lang="en-GB" sz="3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164C83-5542-1D47-53A7-E55A4CF1E478}"/>
              </a:ext>
            </a:extLst>
          </p:cNvPr>
          <p:cNvSpPr txBox="1"/>
          <p:nvPr/>
        </p:nvSpPr>
        <p:spPr>
          <a:xfrm>
            <a:off x="1231444" y="9406773"/>
            <a:ext cx="14237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Seage et al (2025). International Journal of Pharmacy Practice, 33(4):393-400. DOI: 10.1093/</a:t>
            </a:r>
            <a:r>
              <a:rPr lang="en-GB" sz="2400" dirty="0" err="1"/>
              <a:t>ijpp</a:t>
            </a:r>
            <a:r>
              <a:rPr lang="en-GB" sz="2400" dirty="0"/>
              <a:t>/riaf037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0B15DD-B0C8-7731-2518-FE4665619DA3}"/>
              </a:ext>
            </a:extLst>
          </p:cNvPr>
          <p:cNvSpPr/>
          <p:nvPr/>
        </p:nvSpPr>
        <p:spPr>
          <a:xfrm>
            <a:off x="6858001" y="3271271"/>
            <a:ext cx="5754221" cy="4236616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“[…] using a combination of</a:t>
            </a:r>
          </a:p>
          <a:p>
            <a:pPr algn="ctr"/>
            <a:r>
              <a:rPr lang="en-GB" sz="3600" b="1" dirty="0"/>
              <a:t>one-to-one semi-structured interviews and focus group </a:t>
            </a:r>
          </a:p>
          <a:p>
            <a:pPr algn="ctr"/>
            <a:r>
              <a:rPr lang="en-GB" sz="3600" b="1" dirty="0"/>
              <a:t>Discussions.” </a:t>
            </a:r>
            <a:endParaRPr lang="en-GB" sz="3200" b="1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5274E04-85C3-EB84-76AA-A67FBC70E7A4}"/>
              </a:ext>
            </a:extLst>
          </p:cNvPr>
          <p:cNvSpPr/>
          <p:nvPr/>
        </p:nvSpPr>
        <p:spPr>
          <a:xfrm>
            <a:off x="8035544" y="3883058"/>
            <a:ext cx="6899656" cy="4538984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“[Patients and community pharmacists] agreed inhaler recycling awareness should be raised, highlighted the busyness of CPs as a barrier to conversations.”</a:t>
            </a:r>
          </a:p>
        </p:txBody>
      </p:sp>
    </p:spTree>
    <p:extLst>
      <p:ext uri="{BB962C8B-B14F-4D97-AF65-F5344CB8AC3E}">
        <p14:creationId xmlns:p14="http://schemas.microsoft.com/office/powerpoint/2010/main" val="367791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3B362-E11B-AC77-1695-BE02AEE1D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5E286BE-1420-E68F-A918-8E5BA6C4104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D2417AD-75E1-2D98-E9D8-36223F095799}"/>
              </a:ext>
            </a:extLst>
          </p:cNvPr>
          <p:cNvGrpSpPr/>
          <p:nvPr/>
        </p:nvGrpSpPr>
        <p:grpSpPr>
          <a:xfrm>
            <a:off x="0" y="-2905"/>
            <a:ext cx="18288000" cy="1435103"/>
            <a:chOff x="0" y="0"/>
            <a:chExt cx="24384000" cy="19134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B66CF33-8C6B-747E-4035-C17771772991}"/>
                </a:ext>
              </a:extLst>
            </p:cNvPr>
            <p:cNvSpPr/>
            <p:nvPr/>
          </p:nvSpPr>
          <p:spPr>
            <a:xfrm>
              <a:off x="0" y="0"/>
              <a:ext cx="24384000" cy="1913509"/>
            </a:xfrm>
            <a:custGeom>
              <a:avLst/>
              <a:gdLst/>
              <a:ahLst/>
              <a:cxnLst/>
              <a:rect l="l" t="t" r="r" b="b"/>
              <a:pathLst>
                <a:path w="24384000" h="1913509">
                  <a:moveTo>
                    <a:pt x="0" y="0"/>
                  </a:moveTo>
                  <a:lnTo>
                    <a:pt x="24384000" y="0"/>
                  </a:lnTo>
                  <a:lnTo>
                    <a:pt x="24384000" y="1913509"/>
                  </a:lnTo>
                  <a:lnTo>
                    <a:pt x="0" y="1913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F17616EF-2F3D-694F-73D5-9BF9FA61ACF1}"/>
              </a:ext>
            </a:extLst>
          </p:cNvPr>
          <p:cNvGrpSpPr/>
          <p:nvPr/>
        </p:nvGrpSpPr>
        <p:grpSpPr>
          <a:xfrm>
            <a:off x="12999320" y="130797"/>
            <a:ext cx="5289547" cy="1276350"/>
            <a:chOff x="0" y="0"/>
            <a:chExt cx="7052729" cy="1701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FFFBDA3-B0E7-0F3C-4E85-AB9986E5ED0E}"/>
                </a:ext>
              </a:extLst>
            </p:cNvPr>
            <p:cNvSpPr/>
            <p:nvPr/>
          </p:nvSpPr>
          <p:spPr>
            <a:xfrm>
              <a:off x="0" y="0"/>
              <a:ext cx="7052691" cy="1701800"/>
            </a:xfrm>
            <a:custGeom>
              <a:avLst/>
              <a:gdLst/>
              <a:ahLst/>
              <a:cxnLst/>
              <a:rect l="l" t="t" r="r" b="b"/>
              <a:pathLst>
                <a:path w="7052691" h="1701800">
                  <a:moveTo>
                    <a:pt x="0" y="0"/>
                  </a:moveTo>
                  <a:lnTo>
                    <a:pt x="7052691" y="0"/>
                  </a:lnTo>
                  <a:lnTo>
                    <a:pt x="7052691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5D19428D-43AE-113C-8A59-E2D0CCACAA04}"/>
              </a:ext>
            </a:extLst>
          </p:cNvPr>
          <p:cNvSpPr txBox="1"/>
          <p:nvPr/>
        </p:nvSpPr>
        <p:spPr>
          <a:xfrm>
            <a:off x="8044301" y="436997"/>
            <a:ext cx="4736716" cy="60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DFD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42nd Annual Meeting 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401B9D4C-D8E2-8520-50AC-C64309A28F0D}"/>
              </a:ext>
            </a:extLst>
          </p:cNvPr>
          <p:cNvSpPr/>
          <p:nvPr/>
        </p:nvSpPr>
        <p:spPr>
          <a:xfrm>
            <a:off x="0" y="1432198"/>
            <a:ext cx="18323113" cy="0"/>
          </a:xfrm>
          <a:prstGeom prst="line">
            <a:avLst/>
          </a:prstGeom>
          <a:ln w="76200" cap="flat">
            <a:solidFill>
              <a:srgbClr val="F68D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7AB0562-002A-58BC-D08B-F8F0A59FD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8271"/>
            <a:ext cx="16763999" cy="11430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/>
              <a:t>Consensus methods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FDA13C5-D4F4-060E-02BD-7B18751EA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543300"/>
            <a:ext cx="16230600" cy="6016779"/>
          </a:xfrm>
        </p:spPr>
        <p:txBody>
          <a:bodyPr>
            <a:normAutofit/>
          </a:bodyPr>
          <a:lstStyle/>
          <a:p>
            <a:r>
              <a:rPr lang="en-US" sz="4400" dirty="0">
                <a:cs typeface="Arial"/>
              </a:rPr>
              <a:t>A structured research approach used to help a group of people reach agreement (consensus) on a topic where evidence may be incomplete or complex. </a:t>
            </a:r>
          </a:p>
          <a:p>
            <a:r>
              <a:rPr lang="en-US" sz="4400" dirty="0">
                <a:cs typeface="Arial"/>
              </a:rPr>
              <a:t>Widely used in health services research, especially when </a:t>
            </a:r>
            <a:r>
              <a:rPr lang="en-US" sz="4400" b="1" dirty="0">
                <a:solidFill>
                  <a:schemeClr val="accent4"/>
                </a:solidFill>
                <a:cs typeface="Arial"/>
              </a:rPr>
              <a:t>developing guidelines, setting priorities, defining competencies, agreeing on service models</a:t>
            </a:r>
            <a:r>
              <a:rPr lang="en-US" sz="4400" dirty="0">
                <a:solidFill>
                  <a:schemeClr val="accent4"/>
                </a:solidFill>
                <a:cs typeface="Arial"/>
              </a:rPr>
              <a:t>. </a:t>
            </a:r>
          </a:p>
          <a:p>
            <a:r>
              <a:rPr lang="en-US" sz="4400" dirty="0">
                <a:cs typeface="Arial"/>
              </a:rPr>
              <a:t>Important when everyone </a:t>
            </a:r>
            <a:r>
              <a:rPr lang="en-US" sz="4400" b="1" u="sng" dirty="0">
                <a:cs typeface="Arial"/>
              </a:rPr>
              <a:t>needs</a:t>
            </a:r>
            <a:r>
              <a:rPr lang="en-US" sz="4400" b="1" dirty="0">
                <a:cs typeface="Arial"/>
              </a:rPr>
              <a:t> </a:t>
            </a:r>
            <a:r>
              <a:rPr lang="en-US" sz="4400" dirty="0">
                <a:cs typeface="Arial"/>
              </a:rPr>
              <a:t>to agree on something. </a:t>
            </a:r>
          </a:p>
        </p:txBody>
      </p:sp>
    </p:spTree>
    <p:extLst>
      <p:ext uri="{BB962C8B-B14F-4D97-AF65-F5344CB8AC3E}">
        <p14:creationId xmlns:p14="http://schemas.microsoft.com/office/powerpoint/2010/main" val="2434874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06ED2-C645-D4FC-C466-E6CAC68DB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D82E0BEC-CFBD-A6A4-E667-D04481D821ED}"/>
              </a:ext>
            </a:extLst>
          </p:cNvPr>
          <p:cNvGrpSpPr/>
          <p:nvPr/>
        </p:nvGrpSpPr>
        <p:grpSpPr>
          <a:xfrm>
            <a:off x="0" y="-2905"/>
            <a:ext cx="18288000" cy="1435103"/>
            <a:chOff x="0" y="0"/>
            <a:chExt cx="24384000" cy="19134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8C3E89C-66FE-8367-7481-D1E281D9CBEB}"/>
                </a:ext>
              </a:extLst>
            </p:cNvPr>
            <p:cNvSpPr/>
            <p:nvPr/>
          </p:nvSpPr>
          <p:spPr>
            <a:xfrm>
              <a:off x="0" y="0"/>
              <a:ext cx="24384000" cy="1913509"/>
            </a:xfrm>
            <a:custGeom>
              <a:avLst/>
              <a:gdLst/>
              <a:ahLst/>
              <a:cxnLst/>
              <a:rect l="l" t="t" r="r" b="b"/>
              <a:pathLst>
                <a:path w="24384000" h="1913509">
                  <a:moveTo>
                    <a:pt x="0" y="0"/>
                  </a:moveTo>
                  <a:lnTo>
                    <a:pt x="24384000" y="0"/>
                  </a:lnTo>
                  <a:lnTo>
                    <a:pt x="24384000" y="1913509"/>
                  </a:lnTo>
                  <a:lnTo>
                    <a:pt x="0" y="1913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97FD3037-DD42-33C7-7AB4-A381B3E780D6}"/>
              </a:ext>
            </a:extLst>
          </p:cNvPr>
          <p:cNvGrpSpPr/>
          <p:nvPr/>
        </p:nvGrpSpPr>
        <p:grpSpPr>
          <a:xfrm>
            <a:off x="12999320" y="130797"/>
            <a:ext cx="5289547" cy="1276350"/>
            <a:chOff x="0" y="0"/>
            <a:chExt cx="7052729" cy="1701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5DC163-6469-6F9D-762B-D0C455D98D46}"/>
                </a:ext>
              </a:extLst>
            </p:cNvPr>
            <p:cNvSpPr/>
            <p:nvPr/>
          </p:nvSpPr>
          <p:spPr>
            <a:xfrm>
              <a:off x="0" y="0"/>
              <a:ext cx="7052691" cy="1701800"/>
            </a:xfrm>
            <a:custGeom>
              <a:avLst/>
              <a:gdLst/>
              <a:ahLst/>
              <a:cxnLst/>
              <a:rect l="l" t="t" r="r" b="b"/>
              <a:pathLst>
                <a:path w="7052691" h="1701800">
                  <a:moveTo>
                    <a:pt x="0" y="0"/>
                  </a:moveTo>
                  <a:lnTo>
                    <a:pt x="7052691" y="0"/>
                  </a:lnTo>
                  <a:lnTo>
                    <a:pt x="7052691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45BC35CF-7461-140E-A415-ED23B346A233}"/>
              </a:ext>
            </a:extLst>
          </p:cNvPr>
          <p:cNvSpPr txBox="1"/>
          <p:nvPr/>
        </p:nvSpPr>
        <p:spPr>
          <a:xfrm>
            <a:off x="8044301" y="436997"/>
            <a:ext cx="4736716" cy="60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DFD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42nd Annual Meeting 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87B29B8A-3DDE-1569-EE96-3467FC48C4EF}"/>
              </a:ext>
            </a:extLst>
          </p:cNvPr>
          <p:cNvSpPr/>
          <p:nvPr/>
        </p:nvSpPr>
        <p:spPr>
          <a:xfrm>
            <a:off x="0" y="1432198"/>
            <a:ext cx="18323113" cy="0"/>
          </a:xfrm>
          <a:prstGeom prst="line">
            <a:avLst/>
          </a:prstGeom>
          <a:ln w="76200" cap="flat">
            <a:solidFill>
              <a:srgbClr val="F68D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16131EF-A375-8CFB-1A9E-839758D18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8271"/>
            <a:ext cx="16763999" cy="11430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/>
              <a:t>Consensus methods</a:t>
            </a:r>
          </a:p>
        </p:txBody>
      </p:sp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80AC758F-A700-E0C7-FDD4-ACFCBB9403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3460108"/>
              </p:ext>
            </p:extLst>
          </p:nvPr>
        </p:nvGraphicFramePr>
        <p:xfrm>
          <a:off x="228600" y="3405774"/>
          <a:ext cx="16002000" cy="6444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159902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2D31F-C72F-B4D7-0DB6-731538604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42DF1D44-A2AF-D6F6-0C3A-83764DD10BD1}"/>
              </a:ext>
            </a:extLst>
          </p:cNvPr>
          <p:cNvGrpSpPr/>
          <p:nvPr/>
        </p:nvGrpSpPr>
        <p:grpSpPr>
          <a:xfrm>
            <a:off x="0" y="-2905"/>
            <a:ext cx="18288000" cy="1435103"/>
            <a:chOff x="0" y="0"/>
            <a:chExt cx="24384000" cy="19134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2E6C6D4-A6B0-3501-E78D-BA6356E487D6}"/>
                </a:ext>
              </a:extLst>
            </p:cNvPr>
            <p:cNvSpPr/>
            <p:nvPr/>
          </p:nvSpPr>
          <p:spPr>
            <a:xfrm>
              <a:off x="0" y="0"/>
              <a:ext cx="24384000" cy="1913509"/>
            </a:xfrm>
            <a:custGeom>
              <a:avLst/>
              <a:gdLst/>
              <a:ahLst/>
              <a:cxnLst/>
              <a:rect l="l" t="t" r="r" b="b"/>
              <a:pathLst>
                <a:path w="24384000" h="1913509">
                  <a:moveTo>
                    <a:pt x="0" y="0"/>
                  </a:moveTo>
                  <a:lnTo>
                    <a:pt x="24384000" y="0"/>
                  </a:lnTo>
                  <a:lnTo>
                    <a:pt x="24384000" y="1913509"/>
                  </a:lnTo>
                  <a:lnTo>
                    <a:pt x="0" y="1913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91D37859-2929-F4F7-A830-3BF00A72F581}"/>
              </a:ext>
            </a:extLst>
          </p:cNvPr>
          <p:cNvGrpSpPr/>
          <p:nvPr/>
        </p:nvGrpSpPr>
        <p:grpSpPr>
          <a:xfrm>
            <a:off x="12999320" y="130797"/>
            <a:ext cx="5289547" cy="1276350"/>
            <a:chOff x="0" y="0"/>
            <a:chExt cx="7052729" cy="1701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85D7FC5-B6DE-4986-462B-3D93578885BC}"/>
                </a:ext>
              </a:extLst>
            </p:cNvPr>
            <p:cNvSpPr/>
            <p:nvPr/>
          </p:nvSpPr>
          <p:spPr>
            <a:xfrm>
              <a:off x="0" y="0"/>
              <a:ext cx="7052691" cy="1701800"/>
            </a:xfrm>
            <a:custGeom>
              <a:avLst/>
              <a:gdLst/>
              <a:ahLst/>
              <a:cxnLst/>
              <a:rect l="l" t="t" r="r" b="b"/>
              <a:pathLst>
                <a:path w="7052691" h="1701800">
                  <a:moveTo>
                    <a:pt x="0" y="0"/>
                  </a:moveTo>
                  <a:lnTo>
                    <a:pt x="7052691" y="0"/>
                  </a:lnTo>
                  <a:lnTo>
                    <a:pt x="7052691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9664A2F1-2E22-8273-C5D0-8E0467F360A4}"/>
              </a:ext>
            </a:extLst>
          </p:cNvPr>
          <p:cNvSpPr txBox="1"/>
          <p:nvPr/>
        </p:nvSpPr>
        <p:spPr>
          <a:xfrm>
            <a:off x="8044301" y="436997"/>
            <a:ext cx="4736716" cy="60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DFD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42nd Annual Meeting 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B102F69A-0649-2E6F-98BF-8270228A7DED}"/>
              </a:ext>
            </a:extLst>
          </p:cNvPr>
          <p:cNvSpPr/>
          <p:nvPr/>
        </p:nvSpPr>
        <p:spPr>
          <a:xfrm>
            <a:off x="0" y="1432198"/>
            <a:ext cx="18323113" cy="0"/>
          </a:xfrm>
          <a:prstGeom prst="line">
            <a:avLst/>
          </a:prstGeom>
          <a:ln w="76200" cap="flat">
            <a:solidFill>
              <a:srgbClr val="F68D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CB285DB-2594-038B-B56A-067036008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8271"/>
            <a:ext cx="16763999" cy="11430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/>
              <a:t>Research questions suitable for qualitative research – examples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4FA7EC-580C-B902-3A4C-8C5369124296}"/>
              </a:ext>
            </a:extLst>
          </p:cNvPr>
          <p:cNvSpPr txBox="1"/>
          <p:nvPr/>
        </p:nvSpPr>
        <p:spPr>
          <a:xfrm>
            <a:off x="1182223" y="5032899"/>
            <a:ext cx="438037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How can healthcare providers reduce their carbon footprint?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7C19438-6659-72E9-BE48-54DF34883A70}"/>
              </a:ext>
            </a:extLst>
          </p:cNvPr>
          <p:cNvSpPr/>
          <p:nvPr/>
        </p:nvSpPr>
        <p:spPr>
          <a:xfrm>
            <a:off x="6248400" y="3467100"/>
            <a:ext cx="6329647" cy="453898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“Two survey rounds were conducted […], with one Delphi panel discussion meeting convened between survey rounds.</a:t>
            </a:r>
            <a:endParaRPr lang="en-GB" sz="3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DE0A4F-9A1F-6EB4-FA0F-99968CF9C3B8}"/>
              </a:ext>
            </a:extLst>
          </p:cNvPr>
          <p:cNvSpPr txBox="1"/>
          <p:nvPr/>
        </p:nvSpPr>
        <p:spPr>
          <a:xfrm>
            <a:off x="1231444" y="9406773"/>
            <a:ext cx="14237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Nava et al (2026). Journal of Climate Change and Health, 29:100639. DOI: 10.1016/j.joclim.2025.100639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6460DB-E0A7-8908-0CEF-FC1FE48FBD10}"/>
              </a:ext>
            </a:extLst>
          </p:cNvPr>
          <p:cNvSpPr/>
          <p:nvPr/>
        </p:nvSpPr>
        <p:spPr>
          <a:xfrm>
            <a:off x="11887200" y="4533900"/>
            <a:ext cx="6141319" cy="453898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“Open-ended comments from both survey rounds were </a:t>
            </a:r>
            <a:r>
              <a:rPr lang="en-GB" sz="3600" b="1" dirty="0" err="1"/>
              <a:t>analyzed</a:t>
            </a:r>
            <a:r>
              <a:rPr lang="en-GB" sz="3600" b="1" dirty="0"/>
              <a:t> using an inductive thematic approach.”</a:t>
            </a:r>
            <a:endParaRPr lang="en-GB" sz="3200" b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D5A6564-B77F-E574-808D-7B435CF1B3B0}"/>
              </a:ext>
            </a:extLst>
          </p:cNvPr>
          <p:cNvSpPr/>
          <p:nvPr/>
        </p:nvSpPr>
        <p:spPr>
          <a:xfrm>
            <a:off x="8035544" y="3883058"/>
            <a:ext cx="6899656" cy="4538984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“[…] framing climate action as a population health issue was found to foster broader consensus across the sector.”</a:t>
            </a:r>
          </a:p>
        </p:txBody>
      </p:sp>
    </p:spTree>
    <p:extLst>
      <p:ext uri="{BB962C8B-B14F-4D97-AF65-F5344CB8AC3E}">
        <p14:creationId xmlns:p14="http://schemas.microsoft.com/office/powerpoint/2010/main" val="410830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59D48-ED55-E98C-4676-C58A560FC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F3B003B-61A3-6E72-A26D-817870F0CE8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05BE188-5669-7115-7C83-5A780DA13814}"/>
              </a:ext>
            </a:extLst>
          </p:cNvPr>
          <p:cNvGrpSpPr/>
          <p:nvPr/>
        </p:nvGrpSpPr>
        <p:grpSpPr>
          <a:xfrm>
            <a:off x="0" y="-2905"/>
            <a:ext cx="18288000" cy="1435103"/>
            <a:chOff x="0" y="0"/>
            <a:chExt cx="24384000" cy="19134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78529DB-0B8C-44C6-E9A8-6526951EF2D4}"/>
                </a:ext>
              </a:extLst>
            </p:cNvPr>
            <p:cNvSpPr/>
            <p:nvPr/>
          </p:nvSpPr>
          <p:spPr>
            <a:xfrm>
              <a:off x="0" y="0"/>
              <a:ext cx="24384000" cy="1913509"/>
            </a:xfrm>
            <a:custGeom>
              <a:avLst/>
              <a:gdLst/>
              <a:ahLst/>
              <a:cxnLst/>
              <a:rect l="l" t="t" r="r" b="b"/>
              <a:pathLst>
                <a:path w="24384000" h="1913509">
                  <a:moveTo>
                    <a:pt x="0" y="0"/>
                  </a:moveTo>
                  <a:lnTo>
                    <a:pt x="24384000" y="0"/>
                  </a:lnTo>
                  <a:lnTo>
                    <a:pt x="24384000" y="1913509"/>
                  </a:lnTo>
                  <a:lnTo>
                    <a:pt x="0" y="1913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28F1652-3133-CF72-C110-F4CE06B40AEB}"/>
              </a:ext>
            </a:extLst>
          </p:cNvPr>
          <p:cNvGrpSpPr/>
          <p:nvPr/>
        </p:nvGrpSpPr>
        <p:grpSpPr>
          <a:xfrm>
            <a:off x="12999320" y="130797"/>
            <a:ext cx="5289547" cy="1276350"/>
            <a:chOff x="0" y="0"/>
            <a:chExt cx="7052729" cy="1701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5189B56-AAA6-09F3-FFCF-11FF45042AFE}"/>
                </a:ext>
              </a:extLst>
            </p:cNvPr>
            <p:cNvSpPr/>
            <p:nvPr/>
          </p:nvSpPr>
          <p:spPr>
            <a:xfrm>
              <a:off x="0" y="0"/>
              <a:ext cx="7052691" cy="1701800"/>
            </a:xfrm>
            <a:custGeom>
              <a:avLst/>
              <a:gdLst/>
              <a:ahLst/>
              <a:cxnLst/>
              <a:rect l="l" t="t" r="r" b="b"/>
              <a:pathLst>
                <a:path w="7052691" h="1701800">
                  <a:moveTo>
                    <a:pt x="0" y="0"/>
                  </a:moveTo>
                  <a:lnTo>
                    <a:pt x="7052691" y="0"/>
                  </a:lnTo>
                  <a:lnTo>
                    <a:pt x="7052691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8417B878-0E69-DD01-B60D-C84EC0E909CF}"/>
              </a:ext>
            </a:extLst>
          </p:cNvPr>
          <p:cNvSpPr txBox="1"/>
          <p:nvPr/>
        </p:nvSpPr>
        <p:spPr>
          <a:xfrm>
            <a:off x="8044301" y="436997"/>
            <a:ext cx="4736716" cy="60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DFD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42nd Annual Meeting 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79F90CD9-2597-7B8A-BC4C-D1E494B5330B}"/>
              </a:ext>
            </a:extLst>
          </p:cNvPr>
          <p:cNvSpPr/>
          <p:nvPr/>
        </p:nvSpPr>
        <p:spPr>
          <a:xfrm>
            <a:off x="0" y="1432198"/>
            <a:ext cx="18323113" cy="0"/>
          </a:xfrm>
          <a:prstGeom prst="line">
            <a:avLst/>
          </a:prstGeom>
          <a:ln w="76200" cap="flat">
            <a:solidFill>
              <a:srgbClr val="F68D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BCCC988-9EFA-957D-0C48-726432FE6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8271"/>
            <a:ext cx="16763999" cy="11430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/>
              <a:t>A quick note on mixed-methods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B49554E-18EE-D4D8-581D-EC9174954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543300"/>
            <a:ext cx="16230600" cy="6016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400" b="1" dirty="0"/>
              <a:t>Combining both quantitative and qualitative methods</a:t>
            </a:r>
          </a:p>
          <a:p>
            <a:pPr marL="457200" indent="-457200"/>
            <a:r>
              <a:rPr lang="en-GB" sz="4400" dirty="0"/>
              <a:t>Can be any combination of approaches, in any order (depending on question); e.g., a descriptive analysis of prescribing data followed by interviews (e.g., to understand the effect of antibiotic stewardship programmes on prescribing)</a:t>
            </a:r>
          </a:p>
          <a:p>
            <a:pPr marL="457200" indent="-457200"/>
            <a:r>
              <a:rPr lang="en-GB" sz="4400" dirty="0"/>
              <a:t>However, there are also some inherently mixed-methods approaches – such as questionnaires and consensus methods </a:t>
            </a:r>
          </a:p>
          <a:p>
            <a:pPr marL="0" indent="0">
              <a:buNone/>
            </a:pPr>
            <a:endParaRPr lang="en-US" sz="44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9207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64F95-4844-D60E-6802-02424EC1F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F819E9-6DAC-1C88-3A83-5EEAE458E5F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BEE45FD-782E-DDB3-3107-68E8C0771452}"/>
              </a:ext>
            </a:extLst>
          </p:cNvPr>
          <p:cNvGrpSpPr/>
          <p:nvPr/>
        </p:nvGrpSpPr>
        <p:grpSpPr>
          <a:xfrm>
            <a:off x="0" y="-2905"/>
            <a:ext cx="18288000" cy="1435103"/>
            <a:chOff x="0" y="0"/>
            <a:chExt cx="24384000" cy="19134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A5C36E7-A4AA-F001-E9BF-6315DB85B4BD}"/>
                </a:ext>
              </a:extLst>
            </p:cNvPr>
            <p:cNvSpPr/>
            <p:nvPr/>
          </p:nvSpPr>
          <p:spPr>
            <a:xfrm>
              <a:off x="0" y="0"/>
              <a:ext cx="24384000" cy="1913509"/>
            </a:xfrm>
            <a:custGeom>
              <a:avLst/>
              <a:gdLst/>
              <a:ahLst/>
              <a:cxnLst/>
              <a:rect l="l" t="t" r="r" b="b"/>
              <a:pathLst>
                <a:path w="24384000" h="1913509">
                  <a:moveTo>
                    <a:pt x="0" y="0"/>
                  </a:moveTo>
                  <a:lnTo>
                    <a:pt x="24384000" y="0"/>
                  </a:lnTo>
                  <a:lnTo>
                    <a:pt x="24384000" y="1913509"/>
                  </a:lnTo>
                  <a:lnTo>
                    <a:pt x="0" y="1913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C4F6E7CF-5A14-326B-3C88-E2AFAB40DC00}"/>
              </a:ext>
            </a:extLst>
          </p:cNvPr>
          <p:cNvGrpSpPr/>
          <p:nvPr/>
        </p:nvGrpSpPr>
        <p:grpSpPr>
          <a:xfrm>
            <a:off x="12999320" y="130797"/>
            <a:ext cx="5289547" cy="1276350"/>
            <a:chOff x="0" y="0"/>
            <a:chExt cx="7052729" cy="1701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3707779-4D6B-A08C-A7B7-23FA7EBD1861}"/>
                </a:ext>
              </a:extLst>
            </p:cNvPr>
            <p:cNvSpPr/>
            <p:nvPr/>
          </p:nvSpPr>
          <p:spPr>
            <a:xfrm>
              <a:off x="0" y="0"/>
              <a:ext cx="7052691" cy="1701800"/>
            </a:xfrm>
            <a:custGeom>
              <a:avLst/>
              <a:gdLst/>
              <a:ahLst/>
              <a:cxnLst/>
              <a:rect l="l" t="t" r="r" b="b"/>
              <a:pathLst>
                <a:path w="7052691" h="1701800">
                  <a:moveTo>
                    <a:pt x="0" y="0"/>
                  </a:moveTo>
                  <a:lnTo>
                    <a:pt x="7052691" y="0"/>
                  </a:lnTo>
                  <a:lnTo>
                    <a:pt x="7052691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A79C54F-6968-254E-C9F3-D5CBD33B0604}"/>
              </a:ext>
            </a:extLst>
          </p:cNvPr>
          <p:cNvSpPr txBox="1"/>
          <p:nvPr/>
        </p:nvSpPr>
        <p:spPr>
          <a:xfrm>
            <a:off x="8044301" y="436997"/>
            <a:ext cx="4736716" cy="60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DFD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42nd Annual Meeting 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EAAF57A9-FF01-9AE3-F0BE-EDADF8A5A21C}"/>
              </a:ext>
            </a:extLst>
          </p:cNvPr>
          <p:cNvSpPr/>
          <p:nvPr/>
        </p:nvSpPr>
        <p:spPr>
          <a:xfrm>
            <a:off x="0" y="1432198"/>
            <a:ext cx="18323113" cy="0"/>
          </a:xfrm>
          <a:prstGeom prst="line">
            <a:avLst/>
          </a:prstGeom>
          <a:ln w="76200" cap="flat">
            <a:solidFill>
              <a:srgbClr val="F68D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383BEE4-92B5-3C7B-A23D-F67EA1B85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8271"/>
            <a:ext cx="16763999" cy="11430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/>
              <a:t>A quick note on mixed-methods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C32F799-CCAA-32B4-7DB4-2B157D793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543300"/>
            <a:ext cx="16230600" cy="6016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400" b="1" dirty="0"/>
              <a:t>Questionnaires</a:t>
            </a:r>
          </a:p>
          <a:p>
            <a:pPr marL="457200" indent="-457200"/>
            <a:r>
              <a:rPr lang="en-GB" sz="4000" dirty="0"/>
              <a:t>Often capture BOTH:</a:t>
            </a:r>
          </a:p>
          <a:p>
            <a:pPr marL="971550" lvl="1" indent="-571500">
              <a:buFont typeface="Courier New" panose="02070309020205020404" pitchFamily="49" charset="0"/>
              <a:buChar char="o"/>
            </a:pPr>
            <a:r>
              <a:rPr lang="en-GB" sz="4000" dirty="0"/>
              <a:t>qualitative data (in the form of open-ended questions), and </a:t>
            </a:r>
          </a:p>
          <a:p>
            <a:pPr marL="971550" lvl="1" indent="-571500">
              <a:buFont typeface="Courier New" panose="02070309020205020404" pitchFamily="49" charset="0"/>
              <a:buChar char="o"/>
            </a:pPr>
            <a:r>
              <a:rPr lang="en-GB" sz="4000" dirty="0"/>
              <a:t>quantitative data (when people select options – closed ended questions)</a:t>
            </a:r>
          </a:p>
          <a:p>
            <a:pPr marL="457200" indent="-457200"/>
            <a:r>
              <a:rPr lang="en-GB" sz="4000" dirty="0"/>
              <a:t>Often, for the quantitative questions previously validated questionnaires are re-used</a:t>
            </a:r>
          </a:p>
        </p:txBody>
      </p:sp>
    </p:spTree>
    <p:extLst>
      <p:ext uri="{BB962C8B-B14F-4D97-AF65-F5344CB8AC3E}">
        <p14:creationId xmlns:p14="http://schemas.microsoft.com/office/powerpoint/2010/main" val="3821954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2F0EE-632C-C7CA-CF3E-EA366C18A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879AEA0-FD42-AD96-FA2A-FD9ECE16C57E}"/>
              </a:ext>
            </a:extLst>
          </p:cNvPr>
          <p:cNvGrpSpPr/>
          <p:nvPr/>
        </p:nvGrpSpPr>
        <p:grpSpPr>
          <a:xfrm>
            <a:off x="0" y="-2905"/>
            <a:ext cx="18288000" cy="1435103"/>
            <a:chOff x="0" y="0"/>
            <a:chExt cx="24384000" cy="19134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51BFC46-BBF7-0CA2-E152-1610BDC0C187}"/>
                </a:ext>
              </a:extLst>
            </p:cNvPr>
            <p:cNvSpPr/>
            <p:nvPr/>
          </p:nvSpPr>
          <p:spPr>
            <a:xfrm>
              <a:off x="0" y="0"/>
              <a:ext cx="24384000" cy="1913509"/>
            </a:xfrm>
            <a:custGeom>
              <a:avLst/>
              <a:gdLst/>
              <a:ahLst/>
              <a:cxnLst/>
              <a:rect l="l" t="t" r="r" b="b"/>
              <a:pathLst>
                <a:path w="24384000" h="1913509">
                  <a:moveTo>
                    <a:pt x="0" y="0"/>
                  </a:moveTo>
                  <a:lnTo>
                    <a:pt x="24384000" y="0"/>
                  </a:lnTo>
                  <a:lnTo>
                    <a:pt x="24384000" y="1913509"/>
                  </a:lnTo>
                  <a:lnTo>
                    <a:pt x="0" y="1913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8D57C8A-850B-C18B-792E-21D3356864C0}"/>
              </a:ext>
            </a:extLst>
          </p:cNvPr>
          <p:cNvGrpSpPr/>
          <p:nvPr/>
        </p:nvGrpSpPr>
        <p:grpSpPr>
          <a:xfrm>
            <a:off x="12999320" y="130797"/>
            <a:ext cx="5289547" cy="1276350"/>
            <a:chOff x="0" y="0"/>
            <a:chExt cx="7052729" cy="1701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29CFA00-8B7B-2D72-56A8-634DC213C09B}"/>
                </a:ext>
              </a:extLst>
            </p:cNvPr>
            <p:cNvSpPr/>
            <p:nvPr/>
          </p:nvSpPr>
          <p:spPr>
            <a:xfrm>
              <a:off x="0" y="0"/>
              <a:ext cx="7052691" cy="1701800"/>
            </a:xfrm>
            <a:custGeom>
              <a:avLst/>
              <a:gdLst/>
              <a:ahLst/>
              <a:cxnLst/>
              <a:rect l="l" t="t" r="r" b="b"/>
              <a:pathLst>
                <a:path w="7052691" h="1701800">
                  <a:moveTo>
                    <a:pt x="0" y="0"/>
                  </a:moveTo>
                  <a:lnTo>
                    <a:pt x="7052691" y="0"/>
                  </a:lnTo>
                  <a:lnTo>
                    <a:pt x="7052691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A06C3BBB-636D-469E-2A0D-77B0234C991A}"/>
              </a:ext>
            </a:extLst>
          </p:cNvPr>
          <p:cNvSpPr txBox="1"/>
          <p:nvPr/>
        </p:nvSpPr>
        <p:spPr>
          <a:xfrm>
            <a:off x="8044301" y="436997"/>
            <a:ext cx="4736716" cy="60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DFD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42nd Annual Meeting 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32B9489D-435C-FF55-0BC6-C0563D4C0930}"/>
              </a:ext>
            </a:extLst>
          </p:cNvPr>
          <p:cNvSpPr/>
          <p:nvPr/>
        </p:nvSpPr>
        <p:spPr>
          <a:xfrm>
            <a:off x="0" y="1432198"/>
            <a:ext cx="18323113" cy="0"/>
          </a:xfrm>
          <a:prstGeom prst="line">
            <a:avLst/>
          </a:prstGeom>
          <a:ln w="76200" cap="flat">
            <a:solidFill>
              <a:srgbClr val="F68D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D6127C4-650B-99BE-9C19-B0CC3CECD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8271"/>
            <a:ext cx="16763999" cy="11430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/>
              <a:t>Mixed methods research – example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86623A-7FB3-409D-D295-DD7CEE0C4127}"/>
              </a:ext>
            </a:extLst>
          </p:cNvPr>
          <p:cNvSpPr txBox="1"/>
          <p:nvPr/>
        </p:nvSpPr>
        <p:spPr>
          <a:xfrm>
            <a:off x="1182223" y="5032899"/>
            <a:ext cx="438037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How can healthcare providers reduce their carbon footprint?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71DFDF-80B8-3B8F-E161-047BBD72356C}"/>
              </a:ext>
            </a:extLst>
          </p:cNvPr>
          <p:cNvSpPr/>
          <p:nvPr/>
        </p:nvSpPr>
        <p:spPr>
          <a:xfrm>
            <a:off x="6894977" y="3086100"/>
            <a:ext cx="10210800" cy="5930572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“[…] completed Survey 1 […] rating 27 strategies across three criteria […] using a 9-point scale ranging from 1 (low) to 9 (high). To capture qualitative findings, participants had the opportunity to provide comments about their ratings for each strategy in the survey.”</a:t>
            </a:r>
            <a:endParaRPr lang="en-GB" sz="3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2AC2CF-0025-878B-6AC6-D9FF57971AA1}"/>
              </a:ext>
            </a:extLst>
          </p:cNvPr>
          <p:cNvSpPr txBox="1"/>
          <p:nvPr/>
        </p:nvSpPr>
        <p:spPr>
          <a:xfrm>
            <a:off x="1231444" y="9406773"/>
            <a:ext cx="14237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Nava et al (2026). Journal of Climate Change and Health, 29:100639. DOI: 10.1016/j.joclim.2025.100639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4912DBF-2B2F-7448-F713-3998A9E73761}"/>
              </a:ext>
            </a:extLst>
          </p:cNvPr>
          <p:cNvSpPr/>
          <p:nvPr/>
        </p:nvSpPr>
        <p:spPr>
          <a:xfrm>
            <a:off x="6084915" y="3274958"/>
            <a:ext cx="6107085" cy="4687942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“The agreement percentage increased by about 6.5% for usability and 20% for feasibility between survey rounds.”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D2A5208-C430-C139-8BD1-CEF1696EC467}"/>
              </a:ext>
            </a:extLst>
          </p:cNvPr>
          <p:cNvSpPr/>
          <p:nvPr/>
        </p:nvSpPr>
        <p:spPr>
          <a:xfrm>
            <a:off x="11397101" y="4535867"/>
            <a:ext cx="6433699" cy="448080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“Qualitative findings revealed that climate-focused sustainability is often viewed as highly politicized.”</a:t>
            </a:r>
          </a:p>
        </p:txBody>
      </p:sp>
    </p:spTree>
    <p:extLst>
      <p:ext uri="{BB962C8B-B14F-4D97-AF65-F5344CB8AC3E}">
        <p14:creationId xmlns:p14="http://schemas.microsoft.com/office/powerpoint/2010/main" val="202114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70A82-03BA-848B-26C2-DBC924BF4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E9D247D-A4B6-6459-C752-231DEE19D8B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890A89C-FC99-E95F-7BFF-4A7C2162B428}"/>
              </a:ext>
            </a:extLst>
          </p:cNvPr>
          <p:cNvGrpSpPr/>
          <p:nvPr/>
        </p:nvGrpSpPr>
        <p:grpSpPr>
          <a:xfrm>
            <a:off x="0" y="-2905"/>
            <a:ext cx="18288000" cy="1435103"/>
            <a:chOff x="0" y="0"/>
            <a:chExt cx="24384000" cy="19134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24C1B3B-6227-8C8B-B83F-3842CC8BEA7E}"/>
                </a:ext>
              </a:extLst>
            </p:cNvPr>
            <p:cNvSpPr/>
            <p:nvPr/>
          </p:nvSpPr>
          <p:spPr>
            <a:xfrm>
              <a:off x="0" y="0"/>
              <a:ext cx="24384000" cy="1913509"/>
            </a:xfrm>
            <a:custGeom>
              <a:avLst/>
              <a:gdLst/>
              <a:ahLst/>
              <a:cxnLst/>
              <a:rect l="l" t="t" r="r" b="b"/>
              <a:pathLst>
                <a:path w="24384000" h="1913509">
                  <a:moveTo>
                    <a:pt x="0" y="0"/>
                  </a:moveTo>
                  <a:lnTo>
                    <a:pt x="24384000" y="0"/>
                  </a:lnTo>
                  <a:lnTo>
                    <a:pt x="24384000" y="1913509"/>
                  </a:lnTo>
                  <a:lnTo>
                    <a:pt x="0" y="1913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128AC552-BDB1-8B8D-3EC3-3066B52A0553}"/>
              </a:ext>
            </a:extLst>
          </p:cNvPr>
          <p:cNvGrpSpPr/>
          <p:nvPr/>
        </p:nvGrpSpPr>
        <p:grpSpPr>
          <a:xfrm>
            <a:off x="12999320" y="130797"/>
            <a:ext cx="5289547" cy="1276350"/>
            <a:chOff x="0" y="0"/>
            <a:chExt cx="7052729" cy="1701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B30C7EE-E44D-A1FB-2E93-EDC6B6B59B56}"/>
                </a:ext>
              </a:extLst>
            </p:cNvPr>
            <p:cNvSpPr/>
            <p:nvPr/>
          </p:nvSpPr>
          <p:spPr>
            <a:xfrm>
              <a:off x="0" y="0"/>
              <a:ext cx="7052691" cy="1701800"/>
            </a:xfrm>
            <a:custGeom>
              <a:avLst/>
              <a:gdLst/>
              <a:ahLst/>
              <a:cxnLst/>
              <a:rect l="l" t="t" r="r" b="b"/>
              <a:pathLst>
                <a:path w="7052691" h="1701800">
                  <a:moveTo>
                    <a:pt x="0" y="0"/>
                  </a:moveTo>
                  <a:lnTo>
                    <a:pt x="7052691" y="0"/>
                  </a:lnTo>
                  <a:lnTo>
                    <a:pt x="7052691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31982E8F-4009-5FCE-E3E6-3D801499C34E}"/>
              </a:ext>
            </a:extLst>
          </p:cNvPr>
          <p:cNvSpPr txBox="1"/>
          <p:nvPr/>
        </p:nvSpPr>
        <p:spPr>
          <a:xfrm>
            <a:off x="8044301" y="436997"/>
            <a:ext cx="4736716" cy="60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DFD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42nd Annual Meeting 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B9884CCC-DC03-404A-1D69-67B13C830DE7}"/>
              </a:ext>
            </a:extLst>
          </p:cNvPr>
          <p:cNvSpPr/>
          <p:nvPr/>
        </p:nvSpPr>
        <p:spPr>
          <a:xfrm>
            <a:off x="0" y="1432198"/>
            <a:ext cx="18323113" cy="0"/>
          </a:xfrm>
          <a:prstGeom prst="line">
            <a:avLst/>
          </a:prstGeom>
          <a:ln w="76200" cap="flat">
            <a:solidFill>
              <a:srgbClr val="F68D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CBD2E42-AC47-34C5-7A80-3A17CBFC0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8271"/>
            <a:ext cx="16763999" cy="11430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/>
              <a:t>References – examples used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91B4FD0-E314-D26F-0E18-ECA13963B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543300"/>
            <a:ext cx="16230600" cy="6016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Niemi L, Anderson C, Arakawa N, Taggart M, Gibb S &amp; Pfleger S (2025). Do you think medicines can be prescribed in a more eco-directed, greener way? A qualitative study based on public and prescriber focus groups on the impact of pharmaceuticals in Scotland’s water environment. </a:t>
            </a:r>
            <a:r>
              <a:rPr lang="en-GB" sz="2400" i="1" dirty="0"/>
              <a:t>BMJ Open</a:t>
            </a:r>
            <a:r>
              <a:rPr lang="en-GB" sz="2400" dirty="0"/>
              <a:t>;15:e088066. doi:10.1136/ bmjopen-2024-088066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Quitman C, </a:t>
            </a:r>
            <a:r>
              <a:rPr lang="en-GB" sz="2400" dirty="0" err="1"/>
              <a:t>Sauerborn</a:t>
            </a:r>
            <a:r>
              <a:rPr lang="en-GB" sz="2400" dirty="0"/>
              <a:t> R, Danquah I &amp; Herrman A (2023). “Climate Change mitigation is a hot topic, but not when it comes to hospitals”: a qualitative study on hospital stakeholders’ perception and sense of responsibility for greenhouse gas emissions. </a:t>
            </a:r>
            <a:r>
              <a:rPr lang="en-GB" sz="2400" i="1" dirty="0"/>
              <a:t>J Med Ethics</a:t>
            </a:r>
            <a:r>
              <a:rPr lang="en-GB" sz="2400" dirty="0"/>
              <a:t>;49:204–210. doi:10.1136/medethics-2021-107971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Seage CH, </a:t>
            </a:r>
            <a:r>
              <a:rPr lang="en-GB" sz="2400" dirty="0" err="1"/>
              <a:t>Caffoor</a:t>
            </a:r>
            <a:r>
              <a:rPr lang="en-GB" sz="2400" dirty="0"/>
              <a:t> A, Harrop A, Wooldridge A, Thomas H, Evans S, Brown S &amp; James DH (2025). Behavioural insights about barriers and facilitators to returning inhalers to the community pharmacy in Wales for safe disposal: patient and community pharmacy perspectives. </a:t>
            </a:r>
            <a:r>
              <a:rPr lang="en-GB" sz="2400" i="1" dirty="0"/>
              <a:t>IJPP;</a:t>
            </a:r>
            <a:r>
              <a:rPr lang="en-GB" sz="2400" dirty="0"/>
              <a:t>33(4):393-400. doi:10.1093/</a:t>
            </a:r>
            <a:r>
              <a:rPr lang="en-GB" sz="2400" dirty="0" err="1"/>
              <a:t>ijpp</a:t>
            </a:r>
            <a:r>
              <a:rPr lang="en-GB" sz="2400" dirty="0"/>
              <a:t>/riaf037 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Nava A, Zwolinski L, Thompson K, Wallace J &amp; Sheares KD (2026). Top consensus-based strategies for health plan decarbonization: a modified Delphi study. </a:t>
            </a:r>
            <a:r>
              <a:rPr lang="en-GB" sz="2400" i="1" dirty="0"/>
              <a:t>Journal Climate Change and Health</a:t>
            </a:r>
            <a:r>
              <a:rPr lang="en-GB" sz="2400" dirty="0"/>
              <a:t>; 29:100639. doi:10.1016/j.joclim.2025.100639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68277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0ECD6-7B06-F31D-3918-3B7A2066B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F3BED34-D23D-BC68-8B7A-4D11CE9760D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F1731D6-4985-E0E2-E5BA-0D2E59F2EC1C}"/>
              </a:ext>
            </a:extLst>
          </p:cNvPr>
          <p:cNvGrpSpPr/>
          <p:nvPr/>
        </p:nvGrpSpPr>
        <p:grpSpPr>
          <a:xfrm>
            <a:off x="0" y="-2905"/>
            <a:ext cx="18288000" cy="1435103"/>
            <a:chOff x="0" y="0"/>
            <a:chExt cx="24384000" cy="19134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7B9DDE9-C989-00FB-827D-1F2D79EF1DC0}"/>
                </a:ext>
              </a:extLst>
            </p:cNvPr>
            <p:cNvSpPr/>
            <p:nvPr/>
          </p:nvSpPr>
          <p:spPr>
            <a:xfrm>
              <a:off x="0" y="0"/>
              <a:ext cx="24384000" cy="1913509"/>
            </a:xfrm>
            <a:custGeom>
              <a:avLst/>
              <a:gdLst/>
              <a:ahLst/>
              <a:cxnLst/>
              <a:rect l="l" t="t" r="r" b="b"/>
              <a:pathLst>
                <a:path w="24384000" h="1913509">
                  <a:moveTo>
                    <a:pt x="0" y="0"/>
                  </a:moveTo>
                  <a:lnTo>
                    <a:pt x="24384000" y="0"/>
                  </a:lnTo>
                  <a:lnTo>
                    <a:pt x="24384000" y="1913509"/>
                  </a:lnTo>
                  <a:lnTo>
                    <a:pt x="0" y="1913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34C3A185-D4C8-2000-BD62-7FFF5F2D8AF5}"/>
              </a:ext>
            </a:extLst>
          </p:cNvPr>
          <p:cNvGrpSpPr/>
          <p:nvPr/>
        </p:nvGrpSpPr>
        <p:grpSpPr>
          <a:xfrm>
            <a:off x="12999320" y="130797"/>
            <a:ext cx="5289547" cy="1276350"/>
            <a:chOff x="0" y="0"/>
            <a:chExt cx="7052729" cy="1701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BFB6326-7A54-EDC0-B204-D34DFE4B0815}"/>
                </a:ext>
              </a:extLst>
            </p:cNvPr>
            <p:cNvSpPr/>
            <p:nvPr/>
          </p:nvSpPr>
          <p:spPr>
            <a:xfrm>
              <a:off x="0" y="0"/>
              <a:ext cx="7052691" cy="1701800"/>
            </a:xfrm>
            <a:custGeom>
              <a:avLst/>
              <a:gdLst/>
              <a:ahLst/>
              <a:cxnLst/>
              <a:rect l="l" t="t" r="r" b="b"/>
              <a:pathLst>
                <a:path w="7052691" h="1701800">
                  <a:moveTo>
                    <a:pt x="0" y="0"/>
                  </a:moveTo>
                  <a:lnTo>
                    <a:pt x="7052691" y="0"/>
                  </a:lnTo>
                  <a:lnTo>
                    <a:pt x="7052691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F0761B0E-4653-823F-15AC-82494588B83C}"/>
              </a:ext>
            </a:extLst>
          </p:cNvPr>
          <p:cNvSpPr txBox="1"/>
          <p:nvPr/>
        </p:nvSpPr>
        <p:spPr>
          <a:xfrm>
            <a:off x="8044301" y="436997"/>
            <a:ext cx="4736716" cy="60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DFD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42nd Annual Meeting 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2A3D50E0-0DFD-7C6C-3514-C7D332F061D5}"/>
              </a:ext>
            </a:extLst>
          </p:cNvPr>
          <p:cNvSpPr/>
          <p:nvPr/>
        </p:nvSpPr>
        <p:spPr>
          <a:xfrm>
            <a:off x="0" y="1432198"/>
            <a:ext cx="18323113" cy="0"/>
          </a:xfrm>
          <a:prstGeom prst="line">
            <a:avLst/>
          </a:prstGeom>
          <a:ln w="76200" cap="flat">
            <a:solidFill>
              <a:srgbClr val="F68D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770A17E-D023-EFB8-6E70-B95890BB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8271"/>
            <a:ext cx="16763999" cy="11430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/>
              <a:t>References – methods (selected)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F33FC91-3CF4-8862-C784-A523AB7E4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543300"/>
            <a:ext cx="16230600" cy="6016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Braun V &amp; Clarke V (2006). Using thematic analysis in psychology. </a:t>
            </a:r>
            <a:r>
              <a:rPr lang="en-GB" sz="2400" i="1" dirty="0"/>
              <a:t>Qual Research in Psychology; </a:t>
            </a:r>
            <a:r>
              <a:rPr lang="en-GB" sz="2400" dirty="0"/>
              <a:t>3(2): 77-101.doi: 10.1191/1478088706qp063oa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Michie S, van Stralen MM &amp; West Robert (2011). The behaviour change wheel: a new method for characterising and designing behaviour change interventions. </a:t>
            </a:r>
            <a:r>
              <a:rPr lang="en-GB" sz="2400" i="1" dirty="0"/>
              <a:t>Implement Sci;</a:t>
            </a:r>
            <a:r>
              <a:rPr lang="en-GB" sz="2400" dirty="0"/>
              <a:t>23(6): 42.doi:10.1186/1748-5908-6-42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Atkins L, Francis J, Islam R et al (2017). A guide to using the Theoretical Domains Framework of behaviour change to investigate implementation problems. </a:t>
            </a:r>
            <a:r>
              <a:rPr lang="en-GB" sz="2400" i="1" dirty="0"/>
              <a:t>Implement Sci;</a:t>
            </a:r>
            <a:r>
              <a:rPr lang="en-GB" sz="2400" dirty="0"/>
              <a:t>12:77.doi:10.1186/s13012-017-0605-9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McMillan SS, King M &amp; Tully MP (2016). How to use the nominal group and Delphi techniques. </a:t>
            </a:r>
            <a:r>
              <a:rPr lang="en-GB" sz="2400" i="1" dirty="0"/>
              <a:t>Int J Clin Pharm</a:t>
            </a:r>
            <a:r>
              <a:rPr lang="en-GB" sz="2400" dirty="0"/>
              <a:t>;5(38):655-662. doi:10.1007/s11096-016-0257-x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Rosenthal M (2016). Qualitative research methods: why, when, and how to conduct interviews and focus groups in pharmacy research. </a:t>
            </a:r>
            <a:r>
              <a:rPr lang="en-GB" sz="2400" i="1" dirty="0"/>
              <a:t>Currents in Pharmacy Teaching and Learning;</a:t>
            </a:r>
            <a:r>
              <a:rPr lang="en-GB" sz="2400" dirty="0"/>
              <a:t>8(4):509-516.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595355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2845</TotalTime>
  <Words>1556</Words>
  <Application>Microsoft Office PowerPoint</Application>
  <PresentationFormat>Custom</PresentationFormat>
  <Paragraphs>157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Arvo</vt:lpstr>
      <vt:lpstr>Aptos</vt:lpstr>
      <vt:lpstr>Arial</vt:lpstr>
      <vt:lpstr>Open Sans</vt:lpstr>
      <vt:lpstr>Calibri</vt:lpstr>
      <vt:lpstr>Open Sans Bold</vt:lpstr>
      <vt:lpstr>Arvo Italics</vt:lpstr>
      <vt:lpstr>Courier New</vt:lpstr>
      <vt:lpstr>Office Theme</vt:lpstr>
      <vt:lpstr>PowerPoint Presentation</vt:lpstr>
      <vt:lpstr>What is qualitative research, and why do we need it?</vt:lpstr>
      <vt:lpstr>Quantitative vs qualitative research</vt:lpstr>
      <vt:lpstr>What is qualitative research, and why do we need it?</vt:lpstr>
      <vt:lpstr>Research questions suitable for qualitative research – examples </vt:lpstr>
      <vt:lpstr>Data collection</vt:lpstr>
      <vt:lpstr>Primary data collection</vt:lpstr>
      <vt:lpstr>Data analysis</vt:lpstr>
      <vt:lpstr>Research questions suitable for qualitative research – examples </vt:lpstr>
      <vt:lpstr>Research questions suitable for qualitative research – examples </vt:lpstr>
      <vt:lpstr>Research questions suitable for qualitative research – examples </vt:lpstr>
      <vt:lpstr>Consensus methods</vt:lpstr>
      <vt:lpstr>Consensus methods</vt:lpstr>
      <vt:lpstr>Research questions suitable for qualitative research – examples </vt:lpstr>
      <vt:lpstr>A quick note on mixed-methods</vt:lpstr>
      <vt:lpstr>A quick note on mixed-methods</vt:lpstr>
      <vt:lpstr>Mixed methods research – example </vt:lpstr>
      <vt:lpstr>References – examples used</vt:lpstr>
      <vt:lpstr>References – methods (selected)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ISPE Slide Template (PPT Slides)</dc:title>
  <dc:creator>Tanja Mueller</dc:creator>
  <cp:lastModifiedBy>Tanja Mueller</cp:lastModifiedBy>
  <cp:revision>4</cp:revision>
  <dcterms:created xsi:type="dcterms:W3CDTF">2006-08-16T00:00:00Z</dcterms:created>
  <dcterms:modified xsi:type="dcterms:W3CDTF">2026-07-29T18:27:29Z</dcterms:modified>
  <dc:identifier>DAHIELQAs-0</dc:identifier>
</cp:coreProperties>
</file>